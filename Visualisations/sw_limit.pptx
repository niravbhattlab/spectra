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3716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E2DC"/>
    <a:srgbClr val="277F7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EBF21-C511-4D5E-A3AB-861D04F5E9AC}" v="7" dt="2026-02-06T04:52:53.6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2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0" y="1122363"/>
            <a:ext cx="10287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3602038"/>
            <a:ext cx="10287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71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270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1" y="1709739"/>
            <a:ext cx="1183005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1" y="4589464"/>
            <a:ext cx="118300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70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1825625"/>
            <a:ext cx="58293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1825625"/>
            <a:ext cx="58293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484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365126"/>
            <a:ext cx="1183005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2" y="1681163"/>
            <a:ext cx="580251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2" y="2505075"/>
            <a:ext cx="580251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1681163"/>
            <a:ext cx="58310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2505075"/>
            <a:ext cx="58310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977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893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609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57200"/>
            <a:ext cx="4423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987426"/>
            <a:ext cx="694372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057400"/>
            <a:ext cx="4423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508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457200"/>
            <a:ext cx="4423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987426"/>
            <a:ext cx="694372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2057400"/>
            <a:ext cx="4423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32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389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2" y="365125"/>
            <a:ext cx="2957513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365125"/>
            <a:ext cx="8701088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88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365126"/>
            <a:ext cx="118300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1825625"/>
            <a:ext cx="118300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C2BBA-4C22-485A-B402-AB8A1257B6F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6356351"/>
            <a:ext cx="46291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6DB554-66D9-45FE-AF19-7C6E365330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5529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Oval 62">
            <a:extLst>
              <a:ext uri="{FF2B5EF4-FFF2-40B4-BE49-F238E27FC236}">
                <a16:creationId xmlns:a16="http://schemas.microsoft.com/office/drawing/2014/main" id="{ACAD3E7C-F10D-0F26-358A-1FC41EBD662B}"/>
              </a:ext>
            </a:extLst>
          </p:cNvPr>
          <p:cNvSpPr/>
          <p:nvPr/>
        </p:nvSpPr>
        <p:spPr>
          <a:xfrm>
            <a:off x="1023936" y="3783924"/>
            <a:ext cx="604136" cy="601518"/>
          </a:xfrm>
          <a:prstGeom prst="ellipse">
            <a:avLst/>
          </a:prstGeom>
          <a:solidFill>
            <a:srgbClr val="A2E2DC"/>
          </a:solidFill>
          <a:ln w="38100"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500" b="1" dirty="0">
                <a:solidFill>
                  <a:schemeClr val="tx1"/>
                </a:solidFill>
              </a:rPr>
              <a:t>A</a:t>
            </a:r>
            <a:r>
              <a:rPr lang="en-IN" sz="2500" b="1" baseline="-25000" dirty="0">
                <a:solidFill>
                  <a:schemeClr val="tx1"/>
                </a:solidFill>
              </a:rPr>
              <a:t>1</a:t>
            </a:r>
            <a:endParaRPr lang="en-IN" sz="2500" b="1" dirty="0">
              <a:solidFill>
                <a:schemeClr val="tx1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BD1C90BB-2093-3EC2-A66C-514AD14EFDEE}"/>
              </a:ext>
            </a:extLst>
          </p:cNvPr>
          <p:cNvSpPr/>
          <p:nvPr/>
        </p:nvSpPr>
        <p:spPr>
          <a:xfrm>
            <a:off x="1014642" y="2498801"/>
            <a:ext cx="604136" cy="601518"/>
          </a:xfrm>
          <a:prstGeom prst="ellipse">
            <a:avLst/>
          </a:prstGeom>
          <a:solidFill>
            <a:srgbClr val="A2E2DC"/>
          </a:solidFill>
          <a:ln w="38100"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500" b="1" dirty="0">
                <a:solidFill>
                  <a:schemeClr val="tx1"/>
                </a:solidFill>
              </a:rPr>
              <a:t>A</a:t>
            </a:r>
            <a:r>
              <a:rPr lang="en-IN" sz="2500" b="1" baseline="-25000" dirty="0">
                <a:solidFill>
                  <a:schemeClr val="tx1"/>
                </a:solidFill>
              </a:rPr>
              <a:t>0</a:t>
            </a:r>
            <a:endParaRPr lang="en-IN" sz="2500" b="1" dirty="0">
              <a:solidFill>
                <a:schemeClr val="tx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82CD18D-F04C-66A2-D55F-97E4B28ECD19}"/>
              </a:ext>
            </a:extLst>
          </p:cNvPr>
          <p:cNvSpPr/>
          <p:nvPr/>
        </p:nvSpPr>
        <p:spPr>
          <a:xfrm>
            <a:off x="2732270" y="2499929"/>
            <a:ext cx="604136" cy="601518"/>
          </a:xfrm>
          <a:prstGeom prst="ellipse">
            <a:avLst/>
          </a:prstGeom>
          <a:solidFill>
            <a:srgbClr val="A2E2DC"/>
          </a:solidFill>
          <a:ln w="38100"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500" b="1" dirty="0">
                <a:solidFill>
                  <a:schemeClr val="tx1"/>
                </a:solidFill>
              </a:rPr>
              <a:t>A</a:t>
            </a:r>
            <a:r>
              <a:rPr lang="en-IN" sz="2500" b="1" baseline="-25000" dirty="0">
                <a:solidFill>
                  <a:schemeClr val="tx1"/>
                </a:solidFill>
              </a:rPr>
              <a:t>2</a:t>
            </a:r>
            <a:endParaRPr lang="en-IN" sz="2500" b="1" dirty="0">
              <a:solidFill>
                <a:schemeClr val="tx1"/>
              </a:solidFill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5D24773-9BAB-00C8-A942-298478881AD2}"/>
              </a:ext>
            </a:extLst>
          </p:cNvPr>
          <p:cNvSpPr/>
          <p:nvPr/>
        </p:nvSpPr>
        <p:spPr>
          <a:xfrm>
            <a:off x="2732270" y="3781465"/>
            <a:ext cx="604136" cy="601518"/>
          </a:xfrm>
          <a:prstGeom prst="ellipse">
            <a:avLst/>
          </a:prstGeom>
          <a:solidFill>
            <a:srgbClr val="A2E2DC"/>
          </a:solidFill>
          <a:ln w="38100"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5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11310A1B-8966-8820-45A6-252BA12FF11E}"/>
              </a:ext>
            </a:extLst>
          </p:cNvPr>
          <p:cNvSpPr/>
          <p:nvPr/>
        </p:nvSpPr>
        <p:spPr>
          <a:xfrm>
            <a:off x="4419185" y="3781465"/>
            <a:ext cx="604136" cy="601518"/>
          </a:xfrm>
          <a:prstGeom prst="ellipse">
            <a:avLst/>
          </a:prstGeom>
          <a:solidFill>
            <a:srgbClr val="A2E2DC"/>
          </a:solidFill>
          <a:ln w="38100"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500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2486F5C-6196-D347-7E8F-CA9FBAAA28A5}"/>
              </a:ext>
            </a:extLst>
          </p:cNvPr>
          <p:cNvCxnSpPr>
            <a:cxnSpLocks/>
            <a:stCxn id="64" idx="0"/>
          </p:cNvCxnSpPr>
          <p:nvPr/>
        </p:nvCxnSpPr>
        <p:spPr>
          <a:xfrm flipV="1">
            <a:off x="1316710" y="1678902"/>
            <a:ext cx="0" cy="819899"/>
          </a:xfrm>
          <a:prstGeom prst="straightConnector1">
            <a:avLst/>
          </a:prstGeom>
          <a:ln w="38100">
            <a:solidFill>
              <a:srgbClr val="277F7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0219147-2F0F-5212-C708-67248812EAF4}"/>
              </a:ext>
            </a:extLst>
          </p:cNvPr>
          <p:cNvCxnSpPr>
            <a:cxnSpLocks/>
            <a:stCxn id="65" idx="0"/>
          </p:cNvCxnSpPr>
          <p:nvPr/>
        </p:nvCxnSpPr>
        <p:spPr>
          <a:xfrm flipV="1">
            <a:off x="3034338" y="1702103"/>
            <a:ext cx="0" cy="797826"/>
          </a:xfrm>
          <a:prstGeom prst="straightConnector1">
            <a:avLst/>
          </a:prstGeom>
          <a:ln w="38100">
            <a:solidFill>
              <a:srgbClr val="277F7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5E71DB2-6B95-C29C-6675-48B167D1B888}"/>
              </a:ext>
            </a:extLst>
          </p:cNvPr>
          <p:cNvCxnSpPr>
            <a:cxnSpLocks/>
            <a:stCxn id="64" idx="4"/>
            <a:endCxn id="63" idx="0"/>
          </p:cNvCxnSpPr>
          <p:nvPr/>
        </p:nvCxnSpPr>
        <p:spPr>
          <a:xfrm>
            <a:off x="1316710" y="3100319"/>
            <a:ext cx="9294" cy="683605"/>
          </a:xfrm>
          <a:prstGeom prst="straightConnector1">
            <a:avLst/>
          </a:prstGeom>
          <a:ln w="38100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231A7F1-D71A-E8A5-DD7F-5F30E813C1EF}"/>
              </a:ext>
            </a:extLst>
          </p:cNvPr>
          <p:cNvCxnSpPr>
            <a:cxnSpLocks/>
            <a:stCxn id="63" idx="6"/>
            <a:endCxn id="66" idx="2"/>
          </p:cNvCxnSpPr>
          <p:nvPr/>
        </p:nvCxnSpPr>
        <p:spPr>
          <a:xfrm flipV="1">
            <a:off x="1628072" y="4082224"/>
            <a:ext cx="1104198" cy="2459"/>
          </a:xfrm>
          <a:prstGeom prst="straightConnector1">
            <a:avLst/>
          </a:prstGeom>
          <a:ln w="38100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FA40031-8C8B-B26A-B436-A59FADA626F9}"/>
              </a:ext>
            </a:extLst>
          </p:cNvPr>
          <p:cNvCxnSpPr>
            <a:cxnSpLocks/>
            <a:stCxn id="66" idx="6"/>
            <a:endCxn id="67" idx="2"/>
          </p:cNvCxnSpPr>
          <p:nvPr/>
        </p:nvCxnSpPr>
        <p:spPr>
          <a:xfrm>
            <a:off x="3336406" y="4082224"/>
            <a:ext cx="1082779" cy="0"/>
          </a:xfrm>
          <a:prstGeom prst="straightConnector1">
            <a:avLst/>
          </a:prstGeom>
          <a:ln w="38100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CC885FF-D797-8871-B1EE-AB26DFBFB5B5}"/>
              </a:ext>
            </a:extLst>
          </p:cNvPr>
          <p:cNvCxnSpPr>
            <a:cxnSpLocks/>
            <a:stCxn id="65" idx="4"/>
            <a:endCxn id="66" idx="0"/>
          </p:cNvCxnSpPr>
          <p:nvPr/>
        </p:nvCxnSpPr>
        <p:spPr>
          <a:xfrm>
            <a:off x="3034338" y="3101447"/>
            <a:ext cx="0" cy="680018"/>
          </a:xfrm>
          <a:prstGeom prst="straightConnector1">
            <a:avLst/>
          </a:prstGeom>
          <a:ln w="38100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3D51F6BB-83EE-37D8-8E6E-CF2343AC04CB}"/>
              </a:ext>
            </a:extLst>
          </p:cNvPr>
          <p:cNvCxnSpPr>
            <a:cxnSpLocks/>
            <a:stCxn id="67" idx="6"/>
          </p:cNvCxnSpPr>
          <p:nvPr/>
        </p:nvCxnSpPr>
        <p:spPr>
          <a:xfrm>
            <a:off x="5023321" y="4082224"/>
            <a:ext cx="995358" cy="0"/>
          </a:xfrm>
          <a:prstGeom prst="straightConnector1">
            <a:avLst/>
          </a:prstGeom>
          <a:ln w="38100">
            <a:solidFill>
              <a:srgbClr val="277F7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70EB135-3579-A902-E592-E7943746E39E}"/>
              </a:ext>
            </a:extLst>
          </p:cNvPr>
          <p:cNvCxnSpPr>
            <a:cxnSpLocks/>
          </p:cNvCxnSpPr>
          <p:nvPr/>
        </p:nvCxnSpPr>
        <p:spPr>
          <a:xfrm flipV="1">
            <a:off x="6429587" y="1871352"/>
            <a:ext cx="2183907" cy="191011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1D56E010-6F0D-70DE-8FE0-E7C1C8FAF1BF}"/>
              </a:ext>
            </a:extLst>
          </p:cNvPr>
          <p:cNvSpPr/>
          <p:nvPr/>
        </p:nvSpPr>
        <p:spPr>
          <a:xfrm>
            <a:off x="8682460" y="2282314"/>
            <a:ext cx="604136" cy="601518"/>
          </a:xfrm>
          <a:prstGeom prst="ellipse">
            <a:avLst/>
          </a:prstGeom>
          <a:solidFill>
            <a:srgbClr val="A2E2DC"/>
          </a:solidFill>
          <a:ln w="38100"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500" b="1" dirty="0">
                <a:solidFill>
                  <a:schemeClr val="tx1"/>
                </a:solidFill>
              </a:rPr>
              <a:t>A</a:t>
            </a:r>
            <a:r>
              <a:rPr lang="en-IN" sz="2500" b="1" baseline="-25000" dirty="0">
                <a:solidFill>
                  <a:schemeClr val="tx1"/>
                </a:solidFill>
              </a:rPr>
              <a:t>1</a:t>
            </a:r>
            <a:endParaRPr lang="en-IN" sz="2500" b="1" dirty="0">
              <a:solidFill>
                <a:schemeClr val="tx1"/>
              </a:solidFill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5D44F66-5A62-A8BC-2ACB-5179656DCD4B}"/>
              </a:ext>
            </a:extLst>
          </p:cNvPr>
          <p:cNvSpPr/>
          <p:nvPr/>
        </p:nvSpPr>
        <p:spPr>
          <a:xfrm>
            <a:off x="8673166" y="997191"/>
            <a:ext cx="604136" cy="601518"/>
          </a:xfrm>
          <a:prstGeom prst="ellipse">
            <a:avLst/>
          </a:prstGeom>
          <a:solidFill>
            <a:srgbClr val="A2E2DC"/>
          </a:solidFill>
          <a:ln w="38100"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500" b="1" dirty="0">
                <a:solidFill>
                  <a:schemeClr val="tx1"/>
                </a:solidFill>
              </a:rPr>
              <a:t>A</a:t>
            </a:r>
            <a:r>
              <a:rPr lang="en-IN" sz="2500" b="1" baseline="-25000" dirty="0">
                <a:solidFill>
                  <a:schemeClr val="tx1"/>
                </a:solidFill>
              </a:rPr>
              <a:t>0</a:t>
            </a:r>
            <a:endParaRPr lang="en-IN" sz="2500" b="1" dirty="0">
              <a:solidFill>
                <a:schemeClr val="tx1"/>
              </a:solidFill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0D867F27-2FBE-9FD7-B733-B663DDB5CB2C}"/>
              </a:ext>
            </a:extLst>
          </p:cNvPr>
          <p:cNvSpPr/>
          <p:nvPr/>
        </p:nvSpPr>
        <p:spPr>
          <a:xfrm>
            <a:off x="10390794" y="998319"/>
            <a:ext cx="604136" cy="601518"/>
          </a:xfrm>
          <a:prstGeom prst="ellipse">
            <a:avLst/>
          </a:prstGeom>
          <a:solidFill>
            <a:srgbClr val="A2E2DC"/>
          </a:solidFill>
          <a:ln w="38100"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500" b="1" dirty="0">
                <a:solidFill>
                  <a:schemeClr val="tx1"/>
                </a:solidFill>
              </a:rPr>
              <a:t>A</a:t>
            </a:r>
            <a:r>
              <a:rPr lang="en-IN" sz="2500" b="1" baseline="-25000" dirty="0">
                <a:solidFill>
                  <a:schemeClr val="tx1"/>
                </a:solidFill>
              </a:rPr>
              <a:t>2</a:t>
            </a:r>
            <a:endParaRPr lang="en-IN" sz="2500" b="1" dirty="0">
              <a:solidFill>
                <a:schemeClr val="tx1"/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AF755A7-5758-A40B-69F9-D104E6AA74F0}"/>
              </a:ext>
            </a:extLst>
          </p:cNvPr>
          <p:cNvSpPr/>
          <p:nvPr/>
        </p:nvSpPr>
        <p:spPr>
          <a:xfrm>
            <a:off x="10390794" y="2279855"/>
            <a:ext cx="604136" cy="601518"/>
          </a:xfrm>
          <a:prstGeom prst="ellipse">
            <a:avLst/>
          </a:prstGeom>
          <a:solidFill>
            <a:srgbClr val="A2E2DC"/>
          </a:solidFill>
          <a:ln w="38100"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5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4D6CD89A-E998-8CBE-8AEC-B9C5947F973C}"/>
              </a:ext>
            </a:extLst>
          </p:cNvPr>
          <p:cNvSpPr/>
          <p:nvPr/>
        </p:nvSpPr>
        <p:spPr>
          <a:xfrm>
            <a:off x="12077709" y="2279855"/>
            <a:ext cx="604136" cy="601518"/>
          </a:xfrm>
          <a:prstGeom prst="ellipse">
            <a:avLst/>
          </a:prstGeom>
          <a:solidFill>
            <a:srgbClr val="A2E2DC"/>
          </a:solidFill>
          <a:ln w="38100"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500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F69723C-DCC7-D6FC-44B9-9298A0B0C3A7}"/>
              </a:ext>
            </a:extLst>
          </p:cNvPr>
          <p:cNvCxnSpPr>
            <a:cxnSpLocks/>
            <a:stCxn id="85" idx="0"/>
          </p:cNvCxnSpPr>
          <p:nvPr/>
        </p:nvCxnSpPr>
        <p:spPr>
          <a:xfrm flipV="1">
            <a:off x="8975234" y="177292"/>
            <a:ext cx="0" cy="819899"/>
          </a:xfrm>
          <a:prstGeom prst="straightConnector1">
            <a:avLst/>
          </a:prstGeom>
          <a:ln w="38100">
            <a:solidFill>
              <a:srgbClr val="277F7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113FA14-0DA1-9070-1FD6-04C7A618CBCE}"/>
              </a:ext>
            </a:extLst>
          </p:cNvPr>
          <p:cNvCxnSpPr>
            <a:cxnSpLocks/>
            <a:stCxn id="86" idx="0"/>
          </p:cNvCxnSpPr>
          <p:nvPr/>
        </p:nvCxnSpPr>
        <p:spPr>
          <a:xfrm flipV="1">
            <a:off x="10692862" y="200493"/>
            <a:ext cx="0" cy="797826"/>
          </a:xfrm>
          <a:prstGeom prst="straightConnector1">
            <a:avLst/>
          </a:prstGeom>
          <a:ln w="38100">
            <a:solidFill>
              <a:srgbClr val="277F7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A66C19A-AA61-280A-CF1D-301ADB56E379}"/>
              </a:ext>
            </a:extLst>
          </p:cNvPr>
          <p:cNvCxnSpPr>
            <a:cxnSpLocks/>
            <a:stCxn id="85" idx="4"/>
            <a:endCxn id="84" idx="0"/>
          </p:cNvCxnSpPr>
          <p:nvPr/>
        </p:nvCxnSpPr>
        <p:spPr>
          <a:xfrm>
            <a:off x="8975234" y="1598709"/>
            <a:ext cx="9294" cy="683605"/>
          </a:xfrm>
          <a:prstGeom prst="straightConnector1">
            <a:avLst/>
          </a:prstGeom>
          <a:ln w="38100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8E3EA7C2-55B1-CD32-8EDB-BF0B8F2C134F}"/>
              </a:ext>
            </a:extLst>
          </p:cNvPr>
          <p:cNvCxnSpPr>
            <a:cxnSpLocks/>
            <a:stCxn id="84" idx="6"/>
            <a:endCxn id="87" idx="2"/>
          </p:cNvCxnSpPr>
          <p:nvPr/>
        </p:nvCxnSpPr>
        <p:spPr>
          <a:xfrm flipV="1">
            <a:off x="9286596" y="2580614"/>
            <a:ext cx="1104198" cy="2459"/>
          </a:xfrm>
          <a:prstGeom prst="straightConnector1">
            <a:avLst/>
          </a:prstGeom>
          <a:ln w="38100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BD599932-B300-6C49-3DAF-14550296363B}"/>
              </a:ext>
            </a:extLst>
          </p:cNvPr>
          <p:cNvCxnSpPr>
            <a:cxnSpLocks/>
            <a:stCxn id="87" idx="6"/>
            <a:endCxn id="88" idx="2"/>
          </p:cNvCxnSpPr>
          <p:nvPr/>
        </p:nvCxnSpPr>
        <p:spPr>
          <a:xfrm>
            <a:off x="10994930" y="2580614"/>
            <a:ext cx="1082779" cy="0"/>
          </a:xfrm>
          <a:prstGeom prst="straightConnector1">
            <a:avLst/>
          </a:prstGeom>
          <a:ln w="38100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5622A5F-41C8-370B-9BD4-DD2895AF6879}"/>
              </a:ext>
            </a:extLst>
          </p:cNvPr>
          <p:cNvCxnSpPr>
            <a:cxnSpLocks/>
            <a:stCxn id="86" idx="4"/>
            <a:endCxn id="87" idx="0"/>
          </p:cNvCxnSpPr>
          <p:nvPr/>
        </p:nvCxnSpPr>
        <p:spPr>
          <a:xfrm>
            <a:off x="10692862" y="1599837"/>
            <a:ext cx="0" cy="680018"/>
          </a:xfrm>
          <a:prstGeom prst="straightConnector1">
            <a:avLst/>
          </a:prstGeom>
          <a:ln w="38100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5FF72D33-3D53-7997-59FB-69E169A31039}"/>
              </a:ext>
            </a:extLst>
          </p:cNvPr>
          <p:cNvCxnSpPr>
            <a:cxnSpLocks/>
            <a:stCxn id="88" idx="6"/>
          </p:cNvCxnSpPr>
          <p:nvPr/>
        </p:nvCxnSpPr>
        <p:spPr>
          <a:xfrm>
            <a:off x="12681845" y="2580614"/>
            <a:ext cx="995358" cy="0"/>
          </a:xfrm>
          <a:prstGeom prst="straightConnector1">
            <a:avLst/>
          </a:prstGeom>
          <a:ln w="38100">
            <a:solidFill>
              <a:srgbClr val="277F7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0BC3D67-32C7-5A78-E204-67C34EA7EF62}"/>
              </a:ext>
            </a:extLst>
          </p:cNvPr>
          <p:cNvCxnSpPr>
            <a:cxnSpLocks/>
          </p:cNvCxnSpPr>
          <p:nvPr/>
        </p:nvCxnSpPr>
        <p:spPr>
          <a:xfrm>
            <a:off x="6469609" y="4151402"/>
            <a:ext cx="2143885" cy="14519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" name="Oval 109">
            <a:extLst>
              <a:ext uri="{FF2B5EF4-FFF2-40B4-BE49-F238E27FC236}">
                <a16:creationId xmlns:a16="http://schemas.microsoft.com/office/drawing/2014/main" id="{AD70A0FC-A34F-C28F-2B9B-48D07AC2B96F}"/>
              </a:ext>
            </a:extLst>
          </p:cNvPr>
          <p:cNvSpPr/>
          <p:nvPr/>
        </p:nvSpPr>
        <p:spPr>
          <a:xfrm>
            <a:off x="9291092" y="4902767"/>
            <a:ext cx="604136" cy="601518"/>
          </a:xfrm>
          <a:prstGeom prst="ellipse">
            <a:avLst/>
          </a:prstGeom>
          <a:solidFill>
            <a:srgbClr val="A2E2DC"/>
          </a:solidFill>
          <a:ln w="38100"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500" b="1" dirty="0">
                <a:solidFill>
                  <a:schemeClr val="tx1"/>
                </a:solidFill>
              </a:rPr>
              <a:t>A</a:t>
            </a:r>
            <a:r>
              <a:rPr lang="en-IN" sz="2500" b="1" baseline="-25000" dirty="0">
                <a:solidFill>
                  <a:schemeClr val="tx1"/>
                </a:solidFill>
              </a:rPr>
              <a:t>2</a:t>
            </a:r>
            <a:endParaRPr lang="en-IN" sz="2500" b="1" dirty="0">
              <a:solidFill>
                <a:schemeClr val="tx1"/>
              </a:solidFill>
            </a:endParaRP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1BCFE864-63CB-31F1-F4C5-FAFDC2124582}"/>
              </a:ext>
            </a:extLst>
          </p:cNvPr>
          <p:cNvSpPr/>
          <p:nvPr/>
        </p:nvSpPr>
        <p:spPr>
          <a:xfrm>
            <a:off x="9291092" y="6184303"/>
            <a:ext cx="604136" cy="601518"/>
          </a:xfrm>
          <a:prstGeom prst="ellipse">
            <a:avLst/>
          </a:prstGeom>
          <a:solidFill>
            <a:srgbClr val="A2E2DC"/>
          </a:solidFill>
          <a:ln w="38100"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5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07BEC471-9862-F74C-3083-EE4C93597FB7}"/>
              </a:ext>
            </a:extLst>
          </p:cNvPr>
          <p:cNvSpPr/>
          <p:nvPr/>
        </p:nvSpPr>
        <p:spPr>
          <a:xfrm>
            <a:off x="10978007" y="6184303"/>
            <a:ext cx="604136" cy="601518"/>
          </a:xfrm>
          <a:prstGeom prst="ellipse">
            <a:avLst/>
          </a:prstGeom>
          <a:solidFill>
            <a:srgbClr val="A2E2DC"/>
          </a:solidFill>
          <a:ln w="38100">
            <a:solidFill>
              <a:srgbClr val="277F7F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IN" sz="2500" b="1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3C33B5A-3437-7E66-DE31-74C803631BA7}"/>
              </a:ext>
            </a:extLst>
          </p:cNvPr>
          <p:cNvCxnSpPr>
            <a:cxnSpLocks/>
            <a:stCxn id="110" idx="0"/>
          </p:cNvCxnSpPr>
          <p:nvPr/>
        </p:nvCxnSpPr>
        <p:spPr>
          <a:xfrm flipV="1">
            <a:off x="9593160" y="4104941"/>
            <a:ext cx="0" cy="797826"/>
          </a:xfrm>
          <a:prstGeom prst="straightConnector1">
            <a:avLst/>
          </a:prstGeom>
          <a:ln w="38100">
            <a:solidFill>
              <a:srgbClr val="277F7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C6BFE029-4F6D-095A-060F-CA6AF5BED6CD}"/>
              </a:ext>
            </a:extLst>
          </p:cNvPr>
          <p:cNvCxnSpPr>
            <a:cxnSpLocks/>
            <a:stCxn id="111" idx="6"/>
            <a:endCxn id="112" idx="2"/>
          </p:cNvCxnSpPr>
          <p:nvPr/>
        </p:nvCxnSpPr>
        <p:spPr>
          <a:xfrm>
            <a:off x="9895228" y="6485062"/>
            <a:ext cx="1082779" cy="0"/>
          </a:xfrm>
          <a:prstGeom prst="straightConnector1">
            <a:avLst/>
          </a:prstGeom>
          <a:ln w="38100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B0709AB0-F403-B1E4-A9CD-1B4A75AA0BCB}"/>
              </a:ext>
            </a:extLst>
          </p:cNvPr>
          <p:cNvCxnSpPr>
            <a:cxnSpLocks/>
            <a:stCxn id="110" idx="4"/>
            <a:endCxn id="111" idx="0"/>
          </p:cNvCxnSpPr>
          <p:nvPr/>
        </p:nvCxnSpPr>
        <p:spPr>
          <a:xfrm>
            <a:off x="9593160" y="5504285"/>
            <a:ext cx="0" cy="680018"/>
          </a:xfrm>
          <a:prstGeom prst="straightConnector1">
            <a:avLst/>
          </a:prstGeom>
          <a:ln w="38100">
            <a:solidFill>
              <a:srgbClr val="277F7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7BFD6F3-1D37-1AF1-C8D7-42D8169A6F79}"/>
              </a:ext>
            </a:extLst>
          </p:cNvPr>
          <p:cNvCxnSpPr>
            <a:cxnSpLocks/>
            <a:stCxn id="112" idx="6"/>
          </p:cNvCxnSpPr>
          <p:nvPr/>
        </p:nvCxnSpPr>
        <p:spPr>
          <a:xfrm>
            <a:off x="11582143" y="6485062"/>
            <a:ext cx="995358" cy="0"/>
          </a:xfrm>
          <a:prstGeom prst="straightConnector1">
            <a:avLst/>
          </a:prstGeom>
          <a:ln w="38100">
            <a:solidFill>
              <a:srgbClr val="277F7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F0103221-05B2-BBB4-EC1C-766EDAA2CE68}"/>
                  </a:ext>
                </a:extLst>
              </p:cNvPr>
              <p:cNvSpPr/>
              <p:nvPr/>
            </p:nvSpPr>
            <p:spPr>
              <a:xfrm>
                <a:off x="1374319" y="1916350"/>
                <a:ext cx="429405" cy="369332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</m:ctrlPr>
                        </m:sSubPr>
                        <m:e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𝑹</m:t>
                          </m:r>
                        </m:e>
                        <m:sub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sz="2500" b="1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F0103221-05B2-BBB4-EC1C-766EDAA2CE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319" y="1916350"/>
                <a:ext cx="429405" cy="369332"/>
              </a:xfrm>
              <a:prstGeom prst="rect">
                <a:avLst/>
              </a:prstGeom>
              <a:blipFill>
                <a:blip r:embed="rId2"/>
                <a:stretch>
                  <a:fillRect l="-26761" r="-1408" b="-1967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65F42B80-7017-ECF1-BCCD-057E733D002A}"/>
                  </a:ext>
                </a:extLst>
              </p:cNvPr>
              <p:cNvSpPr/>
              <p:nvPr/>
            </p:nvSpPr>
            <p:spPr>
              <a:xfrm>
                <a:off x="1374318" y="3178437"/>
                <a:ext cx="429405" cy="369332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</m:ctrlPr>
                        </m:sSubPr>
                        <m:e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𝑹</m:t>
                          </m:r>
                        </m:e>
                        <m:sub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sz="2500" b="1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65F42B80-7017-ECF1-BCCD-057E733D0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318" y="3178437"/>
                <a:ext cx="429405" cy="369332"/>
              </a:xfrm>
              <a:prstGeom prst="rect">
                <a:avLst/>
              </a:prstGeom>
              <a:blipFill>
                <a:blip r:embed="rId3"/>
                <a:stretch>
                  <a:fillRect l="-26761" r="-1408" b="-1967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08AE318C-2D58-FC32-8AAE-876186A57994}"/>
                  </a:ext>
                </a:extLst>
              </p:cNvPr>
              <p:cNvSpPr/>
              <p:nvPr/>
            </p:nvSpPr>
            <p:spPr>
              <a:xfrm>
                <a:off x="1891089" y="3630331"/>
                <a:ext cx="429405" cy="369332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</m:ctrlPr>
                        </m:sSubPr>
                        <m:e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𝑹</m:t>
                          </m:r>
                        </m:e>
                        <m:sub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IN" sz="2500" b="1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08AE318C-2D58-FC32-8AAE-876186A579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089" y="3630331"/>
                <a:ext cx="429405" cy="369332"/>
              </a:xfrm>
              <a:prstGeom prst="rect">
                <a:avLst/>
              </a:prstGeom>
              <a:blipFill>
                <a:blip r:embed="rId4"/>
                <a:stretch>
                  <a:fillRect l="-26761" r="-1408" b="-2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255E9D6C-E5AE-6ACD-CF7E-20AEFB145047}"/>
                  </a:ext>
                </a:extLst>
              </p:cNvPr>
              <p:cNvSpPr/>
              <p:nvPr/>
            </p:nvSpPr>
            <p:spPr>
              <a:xfrm>
                <a:off x="2535930" y="3178437"/>
                <a:ext cx="429405" cy="369332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</m:ctrlPr>
                        </m:sSubPr>
                        <m:e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𝑹</m:t>
                          </m:r>
                        </m:e>
                        <m:sub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IN" sz="2500" b="1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255E9D6C-E5AE-6ACD-CF7E-20AEFB1450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930" y="3178437"/>
                <a:ext cx="429405" cy="369332"/>
              </a:xfrm>
              <a:prstGeom prst="rect">
                <a:avLst/>
              </a:prstGeom>
              <a:blipFill>
                <a:blip r:embed="rId5"/>
                <a:stretch>
                  <a:fillRect l="-27143" r="-2857" b="-1967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13E530A2-6D21-EC72-95DE-6A35E6DEEAE5}"/>
                  </a:ext>
                </a:extLst>
              </p:cNvPr>
              <p:cNvSpPr/>
              <p:nvPr/>
            </p:nvSpPr>
            <p:spPr>
              <a:xfrm>
                <a:off x="2536619" y="1896901"/>
                <a:ext cx="429405" cy="369332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</m:ctrlPr>
                        </m:sSubPr>
                        <m:e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𝑹</m:t>
                          </m:r>
                        </m:e>
                        <m:sub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IN" sz="2500" b="1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13E530A2-6D21-EC72-95DE-6A35E6DEEA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619" y="1896901"/>
                <a:ext cx="429405" cy="369332"/>
              </a:xfrm>
              <a:prstGeom prst="rect">
                <a:avLst/>
              </a:prstGeom>
              <a:blipFill>
                <a:blip r:embed="rId6"/>
                <a:stretch>
                  <a:fillRect l="-26761" b="-1967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FA791E2B-C6EF-E73F-867B-D0E58EC6A0FD}"/>
                  </a:ext>
                </a:extLst>
              </p:cNvPr>
              <p:cNvSpPr/>
              <p:nvPr/>
            </p:nvSpPr>
            <p:spPr>
              <a:xfrm>
                <a:off x="3579443" y="3642620"/>
                <a:ext cx="429405" cy="369332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</m:ctrlPr>
                        </m:sSubPr>
                        <m:e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𝑹</m:t>
                          </m:r>
                        </m:e>
                        <m:sub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en-IN" sz="2500" b="1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FA791E2B-C6EF-E73F-867B-D0E58EC6A0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9443" y="3642620"/>
                <a:ext cx="429405" cy="369332"/>
              </a:xfrm>
              <a:prstGeom prst="rect">
                <a:avLst/>
              </a:prstGeom>
              <a:blipFill>
                <a:blip r:embed="rId7"/>
                <a:stretch>
                  <a:fillRect l="-26761" r="-1408" b="-2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04F0ACCE-63D4-4370-FD29-4D35990D44BF}"/>
                  </a:ext>
                </a:extLst>
              </p:cNvPr>
              <p:cNvSpPr/>
              <p:nvPr/>
            </p:nvSpPr>
            <p:spPr>
              <a:xfrm>
                <a:off x="5288352" y="3628659"/>
                <a:ext cx="429405" cy="369332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</m:ctrlPr>
                        </m:sSubPr>
                        <m:e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𝑹</m:t>
                          </m:r>
                        </m:e>
                        <m:sub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en-IN" sz="2500" b="1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04F0ACCE-63D4-4370-FD29-4D35990D44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352" y="3628659"/>
                <a:ext cx="429405" cy="369332"/>
              </a:xfrm>
              <a:prstGeom prst="rect">
                <a:avLst/>
              </a:prstGeom>
              <a:blipFill>
                <a:blip r:embed="rId8"/>
                <a:stretch>
                  <a:fillRect l="-28571" r="-1429" b="-1967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59F73C86-B1F9-F44E-6FC5-1437BF3B5C04}"/>
                  </a:ext>
                </a:extLst>
              </p:cNvPr>
              <p:cNvSpPr/>
              <p:nvPr/>
            </p:nvSpPr>
            <p:spPr>
              <a:xfrm>
                <a:off x="9038363" y="430509"/>
                <a:ext cx="429405" cy="369332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</m:ctrlPr>
                        </m:sSubPr>
                        <m:e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𝑹</m:t>
                          </m:r>
                        </m:e>
                        <m:sub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sz="2500" b="1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59F73C86-B1F9-F44E-6FC5-1437BF3B5C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363" y="430509"/>
                <a:ext cx="429405" cy="369332"/>
              </a:xfrm>
              <a:prstGeom prst="rect">
                <a:avLst/>
              </a:prstGeom>
              <a:blipFill>
                <a:blip r:embed="rId9"/>
                <a:stretch>
                  <a:fillRect l="-27143" r="-1429" b="-2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886482C7-975D-BC20-A28E-65468A06C24D}"/>
                  </a:ext>
                </a:extLst>
              </p:cNvPr>
              <p:cNvSpPr/>
              <p:nvPr/>
            </p:nvSpPr>
            <p:spPr>
              <a:xfrm>
                <a:off x="9038362" y="1692596"/>
                <a:ext cx="429405" cy="369332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</m:ctrlPr>
                        </m:sSubPr>
                        <m:e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𝑹</m:t>
                          </m:r>
                        </m:e>
                        <m:sub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sz="2500" b="1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886482C7-975D-BC20-A28E-65468A06C2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362" y="1692596"/>
                <a:ext cx="429405" cy="369332"/>
              </a:xfrm>
              <a:prstGeom prst="rect">
                <a:avLst/>
              </a:prstGeom>
              <a:blipFill>
                <a:blip r:embed="rId10"/>
                <a:stretch>
                  <a:fillRect l="-27143" r="-1429" b="-2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3C667235-19B0-0C74-FBFC-8BDEBEABE024}"/>
                  </a:ext>
                </a:extLst>
              </p:cNvPr>
              <p:cNvSpPr/>
              <p:nvPr/>
            </p:nvSpPr>
            <p:spPr>
              <a:xfrm>
                <a:off x="9555133" y="2144490"/>
                <a:ext cx="429405" cy="369332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</m:ctrlPr>
                        </m:sSubPr>
                        <m:e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𝑹</m:t>
                          </m:r>
                        </m:e>
                        <m:sub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IN" sz="2500" b="1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3C667235-19B0-0C74-FBFC-8BDEBEABE0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5133" y="2144490"/>
                <a:ext cx="429405" cy="369332"/>
              </a:xfrm>
              <a:prstGeom prst="rect">
                <a:avLst/>
              </a:prstGeom>
              <a:blipFill>
                <a:blip r:embed="rId11"/>
                <a:stretch>
                  <a:fillRect l="-26761" r="-1408" b="-2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95B6A7DC-985A-C025-F1CA-13AFBFFDE982}"/>
                  </a:ext>
                </a:extLst>
              </p:cNvPr>
              <p:cNvSpPr/>
              <p:nvPr/>
            </p:nvSpPr>
            <p:spPr>
              <a:xfrm>
                <a:off x="10199974" y="1692596"/>
                <a:ext cx="429405" cy="369332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</m:ctrlPr>
                        </m:sSubPr>
                        <m:e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𝑹</m:t>
                          </m:r>
                        </m:e>
                        <m:sub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IN" sz="2500" b="1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95B6A7DC-985A-C025-F1CA-13AFBFFDE9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9974" y="1692596"/>
                <a:ext cx="429405" cy="369332"/>
              </a:xfrm>
              <a:prstGeom prst="rect">
                <a:avLst/>
              </a:prstGeom>
              <a:blipFill>
                <a:blip r:embed="rId12"/>
                <a:stretch>
                  <a:fillRect l="-26761" r="-1408" b="-2166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9CF31B1F-A9BB-ADC8-BCFB-FED84A298ADF}"/>
                  </a:ext>
                </a:extLst>
              </p:cNvPr>
              <p:cNvSpPr/>
              <p:nvPr/>
            </p:nvSpPr>
            <p:spPr>
              <a:xfrm>
                <a:off x="10200663" y="411060"/>
                <a:ext cx="429405" cy="369332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</m:ctrlPr>
                        </m:sSubPr>
                        <m:e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𝑹</m:t>
                          </m:r>
                        </m:e>
                        <m:sub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IN" sz="2500" b="1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9CF31B1F-A9BB-ADC8-BCFB-FED84A298A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0663" y="411060"/>
                <a:ext cx="429405" cy="369332"/>
              </a:xfrm>
              <a:prstGeom prst="rect">
                <a:avLst/>
              </a:prstGeom>
              <a:blipFill>
                <a:blip r:embed="rId13"/>
                <a:stretch>
                  <a:fillRect l="-26761" r="-1408" b="-1967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AF7E617C-81C5-B2C6-0B06-DF058F57C64B}"/>
                  </a:ext>
                </a:extLst>
              </p:cNvPr>
              <p:cNvSpPr/>
              <p:nvPr/>
            </p:nvSpPr>
            <p:spPr>
              <a:xfrm>
                <a:off x="11243487" y="2156779"/>
                <a:ext cx="429405" cy="369332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</m:ctrlPr>
                        </m:sSubPr>
                        <m:e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𝑹</m:t>
                          </m:r>
                        </m:e>
                        <m:sub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en-IN" sz="2500" b="1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AF7E617C-81C5-B2C6-0B06-DF058F57C6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3487" y="2156779"/>
                <a:ext cx="429405" cy="369332"/>
              </a:xfrm>
              <a:prstGeom prst="rect">
                <a:avLst/>
              </a:prstGeom>
              <a:blipFill>
                <a:blip r:embed="rId14"/>
                <a:stretch>
                  <a:fillRect l="-26761" r="-1408" b="-2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039383A3-7E0E-617A-91E4-3F9A9C11A6EB}"/>
                  </a:ext>
                </a:extLst>
              </p:cNvPr>
              <p:cNvSpPr/>
              <p:nvPr/>
            </p:nvSpPr>
            <p:spPr>
              <a:xfrm>
                <a:off x="12952396" y="2142818"/>
                <a:ext cx="429405" cy="369332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</m:ctrlPr>
                        </m:sSubPr>
                        <m:e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𝑹</m:t>
                          </m:r>
                        </m:e>
                        <m:sub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en-IN" sz="2500" b="1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039383A3-7E0E-617A-91E4-3F9A9C11A6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2396" y="2142818"/>
                <a:ext cx="429405" cy="369332"/>
              </a:xfrm>
              <a:prstGeom prst="rect">
                <a:avLst/>
              </a:prstGeom>
              <a:blipFill>
                <a:blip r:embed="rId15"/>
                <a:stretch>
                  <a:fillRect l="-27143" r="-1429" b="-20000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1627BD94-C208-4961-AD8E-0718070F7A4A}"/>
                  </a:ext>
                </a:extLst>
              </p:cNvPr>
              <p:cNvSpPr/>
              <p:nvPr/>
            </p:nvSpPr>
            <p:spPr>
              <a:xfrm>
                <a:off x="9073492" y="5603319"/>
                <a:ext cx="429405" cy="369332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</m:ctrlPr>
                        </m:sSubPr>
                        <m:e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𝑹</m:t>
                          </m:r>
                        </m:e>
                        <m:sub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IN" sz="2500" b="1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1627BD94-C208-4961-AD8E-0718070F7A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492" y="5603319"/>
                <a:ext cx="429405" cy="369332"/>
              </a:xfrm>
              <a:prstGeom prst="rect">
                <a:avLst/>
              </a:prstGeom>
              <a:blipFill>
                <a:blip r:embed="rId16"/>
                <a:stretch>
                  <a:fillRect l="-26761" r="-1408" b="-1967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867FF5C5-2B99-7D48-35F3-459898D10E6D}"/>
                  </a:ext>
                </a:extLst>
              </p:cNvPr>
              <p:cNvSpPr/>
              <p:nvPr/>
            </p:nvSpPr>
            <p:spPr>
              <a:xfrm>
                <a:off x="9074181" y="4321783"/>
                <a:ext cx="429405" cy="369332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</m:ctrlPr>
                        </m:sSubPr>
                        <m:e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𝑹</m:t>
                          </m:r>
                        </m:e>
                        <m:sub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IN" sz="2500" b="1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867FF5C5-2B99-7D48-35F3-459898D10E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4181" y="4321783"/>
                <a:ext cx="429405" cy="369332"/>
              </a:xfrm>
              <a:prstGeom prst="rect">
                <a:avLst/>
              </a:prstGeom>
              <a:blipFill>
                <a:blip r:embed="rId17"/>
                <a:stretch>
                  <a:fillRect l="-28571" r="-1429" b="-18033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0782AED6-431C-B7F4-9206-FEEF44DF5549}"/>
                  </a:ext>
                </a:extLst>
              </p:cNvPr>
              <p:cNvSpPr/>
              <p:nvPr/>
            </p:nvSpPr>
            <p:spPr>
              <a:xfrm>
                <a:off x="10117005" y="6067502"/>
                <a:ext cx="429405" cy="369332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</m:ctrlPr>
                        </m:sSubPr>
                        <m:e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𝑹</m:t>
                          </m:r>
                        </m:e>
                        <m:sub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en-IN" sz="2500" b="1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0782AED6-431C-B7F4-9206-FEEF44DF55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7005" y="6067502"/>
                <a:ext cx="429405" cy="369332"/>
              </a:xfrm>
              <a:prstGeom prst="rect">
                <a:avLst/>
              </a:prstGeom>
              <a:blipFill>
                <a:blip r:embed="rId18"/>
                <a:stretch>
                  <a:fillRect l="-28571" r="-1429" b="-1967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A8161869-EF56-842F-C4EF-7492D43335E0}"/>
                  </a:ext>
                </a:extLst>
              </p:cNvPr>
              <p:cNvSpPr/>
              <p:nvPr/>
            </p:nvSpPr>
            <p:spPr>
              <a:xfrm>
                <a:off x="11825914" y="6053541"/>
                <a:ext cx="429405" cy="369332"/>
              </a:xfrm>
              <a:prstGeom prst="rect">
                <a:avLst/>
              </a:prstGeom>
              <a:noFill/>
              <a:ln w="38100">
                <a:noFill/>
              </a:ln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</m:ctrlPr>
                        </m:sSubPr>
                        <m:e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𝑹</m:t>
                          </m:r>
                        </m:e>
                        <m:sub>
                          <m:r>
                            <a:rPr lang="en-IN" sz="2500" b="1" i="1" smtClean="0">
                              <a:solidFill>
                                <a:srgbClr val="277F7F"/>
                              </a:solidFill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en-IN" sz="2500" b="1" dirty="0">
                  <a:solidFill>
                    <a:srgbClr val="277F7F"/>
                  </a:solidFill>
                </a:endParaRPr>
              </a:p>
            </p:txBody>
          </p:sp>
        </mc:Choice>
        <mc:Fallback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A8161869-EF56-842F-C4EF-7492D43335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5914" y="6053541"/>
                <a:ext cx="429405" cy="369332"/>
              </a:xfrm>
              <a:prstGeom prst="rect">
                <a:avLst/>
              </a:prstGeom>
              <a:blipFill>
                <a:blip r:embed="rId19"/>
                <a:stretch>
                  <a:fillRect l="-27143" r="-1429" b="-19672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TextBox 150">
            <a:extLst>
              <a:ext uri="{FF2B5EF4-FFF2-40B4-BE49-F238E27FC236}">
                <a16:creationId xmlns:a16="http://schemas.microsoft.com/office/drawing/2014/main" id="{B6B83F06-B2E4-03C9-EFA0-E8BCD343031A}"/>
              </a:ext>
            </a:extLst>
          </p:cNvPr>
          <p:cNvSpPr txBox="1"/>
          <p:nvPr/>
        </p:nvSpPr>
        <p:spPr>
          <a:xfrm rot="19172744">
            <a:off x="6106238" y="2420398"/>
            <a:ext cx="235352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500" b="1">
                <a:latin typeface="Times New Roman" panose="02020603050405020304" pitchFamily="18" charset="0"/>
                <a:cs typeface="Times New Roman" panose="02020603050405020304" pitchFamily="18" charset="0"/>
              </a:rPr>
              <a:t>SPECTRA_ME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E827BB6-D486-DFFE-E46B-E0C9AAB34439}"/>
              </a:ext>
            </a:extLst>
          </p:cNvPr>
          <p:cNvSpPr txBox="1"/>
          <p:nvPr/>
        </p:nvSpPr>
        <p:spPr>
          <a:xfrm rot="19172744">
            <a:off x="6856349" y="2799386"/>
            <a:ext cx="144366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FastCore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F899EE4F-507A-93BE-C2C2-9B896D79529E}"/>
              </a:ext>
            </a:extLst>
          </p:cNvPr>
          <p:cNvSpPr txBox="1"/>
          <p:nvPr/>
        </p:nvSpPr>
        <p:spPr>
          <a:xfrm rot="2079899">
            <a:off x="6900375" y="4538156"/>
            <a:ext cx="156869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SwiftCore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5" name="Table 154">
                <a:extLst>
                  <a:ext uri="{FF2B5EF4-FFF2-40B4-BE49-F238E27FC236}">
                    <a16:creationId xmlns:a16="http://schemas.microsoft.com/office/drawing/2014/main" id="{69878579-75EE-A233-03EA-74E27C0746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7013997"/>
                  </p:ext>
                </p:extLst>
              </p:nvPr>
            </p:nvGraphicFramePr>
            <p:xfrm>
              <a:off x="826593" y="4823690"/>
              <a:ext cx="5331296" cy="1123062"/>
            </p:xfrm>
            <a:graphic>
              <a:graphicData uri="http://schemas.openxmlformats.org/drawingml/2006/table">
                <a:tbl>
                  <a:tblPr firstRow="1" bandRow="1">
                    <a:tableStyleId>{5A111915-BE36-4E01-A7E5-04B1672EAD32}</a:tableStyleId>
                  </a:tblPr>
                  <a:tblGrid>
                    <a:gridCol w="666412">
                      <a:extLst>
                        <a:ext uri="{9D8B030D-6E8A-4147-A177-3AD203B41FA5}">
                          <a16:colId xmlns:a16="http://schemas.microsoft.com/office/drawing/2014/main" val="3914520927"/>
                        </a:ext>
                      </a:extLst>
                    </a:gridCol>
                    <a:gridCol w="666412">
                      <a:extLst>
                        <a:ext uri="{9D8B030D-6E8A-4147-A177-3AD203B41FA5}">
                          <a16:colId xmlns:a16="http://schemas.microsoft.com/office/drawing/2014/main" val="813249172"/>
                        </a:ext>
                      </a:extLst>
                    </a:gridCol>
                    <a:gridCol w="666412">
                      <a:extLst>
                        <a:ext uri="{9D8B030D-6E8A-4147-A177-3AD203B41FA5}">
                          <a16:colId xmlns:a16="http://schemas.microsoft.com/office/drawing/2014/main" val="440648208"/>
                        </a:ext>
                      </a:extLst>
                    </a:gridCol>
                    <a:gridCol w="666412">
                      <a:extLst>
                        <a:ext uri="{9D8B030D-6E8A-4147-A177-3AD203B41FA5}">
                          <a16:colId xmlns:a16="http://schemas.microsoft.com/office/drawing/2014/main" val="1881634604"/>
                        </a:ext>
                      </a:extLst>
                    </a:gridCol>
                    <a:gridCol w="666412">
                      <a:extLst>
                        <a:ext uri="{9D8B030D-6E8A-4147-A177-3AD203B41FA5}">
                          <a16:colId xmlns:a16="http://schemas.microsoft.com/office/drawing/2014/main" val="2050226823"/>
                        </a:ext>
                      </a:extLst>
                    </a:gridCol>
                    <a:gridCol w="666412">
                      <a:extLst>
                        <a:ext uri="{9D8B030D-6E8A-4147-A177-3AD203B41FA5}">
                          <a16:colId xmlns:a16="http://schemas.microsoft.com/office/drawing/2014/main" val="653483544"/>
                        </a:ext>
                      </a:extLst>
                    </a:gridCol>
                    <a:gridCol w="666412">
                      <a:extLst>
                        <a:ext uri="{9D8B030D-6E8A-4147-A177-3AD203B41FA5}">
                          <a16:colId xmlns:a16="http://schemas.microsoft.com/office/drawing/2014/main" val="2233680395"/>
                        </a:ext>
                      </a:extLst>
                    </a:gridCol>
                    <a:gridCol w="666412">
                      <a:extLst>
                        <a:ext uri="{9D8B030D-6E8A-4147-A177-3AD203B41FA5}">
                          <a16:colId xmlns:a16="http://schemas.microsoft.com/office/drawing/2014/main" val="54957276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77F7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b="1" dirty="0"/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77F7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IN" b="1" i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b="1" dirty="0"/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77F7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IN" b="1" i="0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b="1" dirty="0"/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77F7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IN" b="1" i="0" smtClean="0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b="1" dirty="0"/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77F7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IN" b="1" i="0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b="1" dirty="0"/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77F7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IN" b="1" i="0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b="1" dirty="0"/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77F7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IN" b="1" i="0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b="1" dirty="0"/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77F7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40969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IN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𝒍𝒃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77F7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-200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-200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300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-1000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70052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IN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p>
                                    <m:r>
                                      <a:rPr lang="en-IN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𝒖𝒃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77F7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1000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1000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1000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1000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1000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1000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1000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78289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5" name="Table 154">
                <a:extLst>
                  <a:ext uri="{FF2B5EF4-FFF2-40B4-BE49-F238E27FC236}">
                    <a16:creationId xmlns:a16="http://schemas.microsoft.com/office/drawing/2014/main" id="{69878579-75EE-A233-03EA-74E27C07469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7013997"/>
                  </p:ext>
                </p:extLst>
              </p:nvPr>
            </p:nvGraphicFramePr>
            <p:xfrm>
              <a:off x="826593" y="4823690"/>
              <a:ext cx="5331296" cy="1123062"/>
            </p:xfrm>
            <a:graphic>
              <a:graphicData uri="http://schemas.openxmlformats.org/drawingml/2006/table">
                <a:tbl>
                  <a:tblPr firstRow="1" bandRow="1">
                    <a:tableStyleId>{5A111915-BE36-4E01-A7E5-04B1672EAD32}</a:tableStyleId>
                  </a:tblPr>
                  <a:tblGrid>
                    <a:gridCol w="666412">
                      <a:extLst>
                        <a:ext uri="{9D8B030D-6E8A-4147-A177-3AD203B41FA5}">
                          <a16:colId xmlns:a16="http://schemas.microsoft.com/office/drawing/2014/main" val="3914520927"/>
                        </a:ext>
                      </a:extLst>
                    </a:gridCol>
                    <a:gridCol w="666412">
                      <a:extLst>
                        <a:ext uri="{9D8B030D-6E8A-4147-A177-3AD203B41FA5}">
                          <a16:colId xmlns:a16="http://schemas.microsoft.com/office/drawing/2014/main" val="813249172"/>
                        </a:ext>
                      </a:extLst>
                    </a:gridCol>
                    <a:gridCol w="666412">
                      <a:extLst>
                        <a:ext uri="{9D8B030D-6E8A-4147-A177-3AD203B41FA5}">
                          <a16:colId xmlns:a16="http://schemas.microsoft.com/office/drawing/2014/main" val="440648208"/>
                        </a:ext>
                      </a:extLst>
                    </a:gridCol>
                    <a:gridCol w="666412">
                      <a:extLst>
                        <a:ext uri="{9D8B030D-6E8A-4147-A177-3AD203B41FA5}">
                          <a16:colId xmlns:a16="http://schemas.microsoft.com/office/drawing/2014/main" val="1881634604"/>
                        </a:ext>
                      </a:extLst>
                    </a:gridCol>
                    <a:gridCol w="666412">
                      <a:extLst>
                        <a:ext uri="{9D8B030D-6E8A-4147-A177-3AD203B41FA5}">
                          <a16:colId xmlns:a16="http://schemas.microsoft.com/office/drawing/2014/main" val="2050226823"/>
                        </a:ext>
                      </a:extLst>
                    </a:gridCol>
                    <a:gridCol w="666412">
                      <a:extLst>
                        <a:ext uri="{9D8B030D-6E8A-4147-A177-3AD203B41FA5}">
                          <a16:colId xmlns:a16="http://schemas.microsoft.com/office/drawing/2014/main" val="653483544"/>
                        </a:ext>
                      </a:extLst>
                    </a:gridCol>
                    <a:gridCol w="666412">
                      <a:extLst>
                        <a:ext uri="{9D8B030D-6E8A-4147-A177-3AD203B41FA5}">
                          <a16:colId xmlns:a16="http://schemas.microsoft.com/office/drawing/2014/main" val="2233680395"/>
                        </a:ext>
                      </a:extLst>
                    </a:gridCol>
                    <a:gridCol w="666412">
                      <a:extLst>
                        <a:ext uri="{9D8B030D-6E8A-4147-A177-3AD203B41FA5}">
                          <a16:colId xmlns:a16="http://schemas.microsoft.com/office/drawing/2014/main" val="54957276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IN" dirty="0"/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277F7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0"/>
                          <a:stretch>
                            <a:fillRect l="-101835" t="-1639" r="-604587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0"/>
                          <a:stretch>
                            <a:fillRect l="-200000" t="-1639" r="-499091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0"/>
                          <a:stretch>
                            <a:fillRect l="-302752" t="-1639" r="-403670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0"/>
                          <a:stretch>
                            <a:fillRect l="-399091" t="-1639" r="-300000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0"/>
                          <a:stretch>
                            <a:fillRect l="-503670" t="-1639" r="-202752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0"/>
                          <a:stretch>
                            <a:fillRect l="-598182" t="-1639" r="-100909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0"/>
                          <a:stretch>
                            <a:fillRect l="-704587" t="-1639" r="-1835" b="-2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4096913"/>
                      </a:ext>
                    </a:extLst>
                  </a:tr>
                  <a:tr h="3761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0"/>
                          <a:stretch>
                            <a:fillRect l="-909" t="-100000" r="-698182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-200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-200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300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-1000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27005207"/>
                      </a:ext>
                    </a:extLst>
                  </a:tr>
                  <a:tr h="37611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0"/>
                          <a:stretch>
                            <a:fillRect l="-909" t="-200000" r="-698182" b="-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1000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IN" dirty="0"/>
                            <a:t>1000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1000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1000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1000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1000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IN" dirty="0"/>
                            <a:t>1000</a:t>
                          </a:r>
                        </a:p>
                      </a:txBody>
                      <a:tcPr marL="0" marR="7200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A2E2D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78289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63089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528</TotalTime>
  <Words>62</Words>
  <Application>Microsoft Office PowerPoint</Application>
  <PresentationFormat>Custom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PAVAN KUMAR</dc:creator>
  <cp:lastModifiedBy>PAVAN KUMAR S</cp:lastModifiedBy>
  <cp:revision>2</cp:revision>
  <dcterms:created xsi:type="dcterms:W3CDTF">2023-11-30T07:08:37Z</dcterms:created>
  <dcterms:modified xsi:type="dcterms:W3CDTF">2026-02-06T04:54:49Z</dcterms:modified>
</cp:coreProperties>
</file>