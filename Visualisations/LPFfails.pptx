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3716000" cy="6858000"/>
  <p:notesSz cx="6858000" cy="9144000"/>
  <p:defaultTextStyle>
    <a:defPPr>
      <a:defRPr lang="en-US"/>
    </a:defPPr>
    <a:lvl1pPr marL="0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78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1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55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694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33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972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1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E2DC"/>
    <a:srgbClr val="277F7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EBF21-C511-4D5E-A3AB-861D04F5E9AC}" v="7" dt="2026-02-06T04:52:53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4" y="1122364"/>
            <a:ext cx="10286998" cy="238760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4" y="3602039"/>
            <a:ext cx="1028699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71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27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6" y="1709743"/>
            <a:ext cx="118300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6" y="4589466"/>
            <a:ext cx="118300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70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825628"/>
            <a:ext cx="5829299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6" y="1825628"/>
            <a:ext cx="5829299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48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5" y="365128"/>
            <a:ext cx="1183005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1681162"/>
            <a:ext cx="58025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2505076"/>
            <a:ext cx="580251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8" y="1681162"/>
            <a:ext cx="58310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8" y="2505076"/>
            <a:ext cx="58310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97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893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60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6" y="457201"/>
            <a:ext cx="4423767" cy="160020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90" y="987429"/>
            <a:ext cx="694372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6" y="2057402"/>
            <a:ext cx="4423767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50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6" y="457201"/>
            <a:ext cx="4423767" cy="160020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90" y="987429"/>
            <a:ext cx="6943727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6" y="2057402"/>
            <a:ext cx="4423767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32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389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365124"/>
            <a:ext cx="2957514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7" y="365124"/>
            <a:ext cx="870108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88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8" y="365128"/>
            <a:ext cx="118300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8" y="1825628"/>
            <a:ext cx="1183005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8" y="6356351"/>
            <a:ext cx="30860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8" y="6356351"/>
            <a:ext cx="462915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9" y="6356351"/>
            <a:ext cx="30860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52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E36750E-1CC8-713F-B07B-7283B709B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254367"/>
              </p:ext>
            </p:extLst>
          </p:nvPr>
        </p:nvGraphicFramePr>
        <p:xfrm>
          <a:off x="8267446" y="2192237"/>
          <a:ext cx="8349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968">
                  <a:extLst>
                    <a:ext uri="{9D8B030D-6E8A-4147-A177-3AD203B41FA5}">
                      <a16:colId xmlns:a16="http://schemas.microsoft.com/office/drawing/2014/main" val="3046818383"/>
                    </a:ext>
                  </a:extLst>
                </a:gridCol>
                <a:gridCol w="339047">
                  <a:extLst>
                    <a:ext uri="{9D8B030D-6E8A-4147-A177-3AD203B41FA5}">
                      <a16:colId xmlns:a16="http://schemas.microsoft.com/office/drawing/2014/main" val="699209627"/>
                    </a:ext>
                  </a:extLst>
                </a:gridCol>
                <a:gridCol w="247968">
                  <a:extLst>
                    <a:ext uri="{9D8B030D-6E8A-4147-A177-3AD203B41FA5}">
                      <a16:colId xmlns:a16="http://schemas.microsoft.com/office/drawing/2014/main" val="1857717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111334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E5D24773-9BAB-00C8-A942-298478881AD2}"/>
              </a:ext>
            </a:extLst>
          </p:cNvPr>
          <p:cNvSpPr/>
          <p:nvPr/>
        </p:nvSpPr>
        <p:spPr>
          <a:xfrm>
            <a:off x="3330783" y="2782806"/>
            <a:ext cx="975176" cy="978663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35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31A7F1-D71A-E8A5-DD7F-5F30E813C1EF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1548424" y="3272141"/>
            <a:ext cx="1782359" cy="4001"/>
          </a:xfrm>
          <a:prstGeom prst="straightConnector1">
            <a:avLst/>
          </a:prstGeom>
          <a:ln w="76200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FA40031-8C8B-B26A-B436-A59FADA626F9}"/>
              </a:ext>
            </a:extLst>
          </p:cNvPr>
          <p:cNvCxnSpPr>
            <a:cxnSpLocks/>
            <a:stCxn id="66" idx="6"/>
          </p:cNvCxnSpPr>
          <p:nvPr/>
        </p:nvCxnSpPr>
        <p:spPr>
          <a:xfrm>
            <a:off x="4305962" y="3272138"/>
            <a:ext cx="1747785" cy="0"/>
          </a:xfrm>
          <a:prstGeom prst="straightConnector1">
            <a:avLst/>
          </a:prstGeom>
          <a:ln w="76200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08AE318C-2D58-FC32-8AAE-876186A57994}"/>
                  </a:ext>
                </a:extLst>
              </p:cNvPr>
              <p:cNvSpPr/>
              <p:nvPr/>
            </p:nvSpPr>
            <p:spPr>
              <a:xfrm>
                <a:off x="2167730" y="2564803"/>
                <a:ext cx="693131" cy="600899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500" b="1" i="1">
                          <a:solidFill>
                            <a:srgbClr val="277F7F"/>
                          </a:solidFill>
                        </a:rPr>
                        <m:t>𝒓</m:t>
                      </m:r>
                      <m:r>
                        <a:rPr lang="en-IN" sz="3500" b="1" i="1" baseline="-25000">
                          <a:solidFill>
                            <a:srgbClr val="277F7F"/>
                          </a:solidFill>
                        </a:rPr>
                        <m:t>𝟏</m:t>
                      </m:r>
                    </m:oMath>
                  </m:oMathPara>
                </a14:m>
                <a:endParaRPr lang="en-IN" sz="3500" b="1" baseline="-25000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08AE318C-2D58-FC32-8AAE-876186A57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730" y="2564803"/>
                <a:ext cx="693131" cy="6008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A791E2B-C6EF-E73F-867B-D0E58EC6A0FD}"/>
                  </a:ext>
                </a:extLst>
              </p:cNvPr>
              <p:cNvSpPr/>
              <p:nvPr/>
            </p:nvSpPr>
            <p:spPr>
              <a:xfrm>
                <a:off x="4893013" y="2584797"/>
                <a:ext cx="693131" cy="600899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500" b="1" i="1">
                          <a:solidFill>
                            <a:srgbClr val="277F7F"/>
                          </a:solidFill>
                        </a:rPr>
                        <m:t>𝒓</m:t>
                      </m:r>
                      <m:r>
                        <a:rPr lang="en-IN" sz="3500" b="1" i="1" baseline="-25000">
                          <a:solidFill>
                            <a:srgbClr val="277F7F"/>
                          </a:solidFill>
                        </a:rPr>
                        <m:t>𝟐</m:t>
                      </m:r>
                    </m:oMath>
                  </m:oMathPara>
                </a14:m>
                <a:endParaRPr lang="en-IN" sz="3500" b="1" baseline="-25000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A791E2B-C6EF-E73F-867B-D0E58EC6A0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013" y="2584797"/>
                <a:ext cx="693131" cy="6008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1F33D4-D6E1-383A-15C9-6A7355F941EB}"/>
              </a:ext>
            </a:extLst>
          </p:cNvPr>
          <p:cNvCxnSpPr>
            <a:cxnSpLocks/>
          </p:cNvCxnSpPr>
          <p:nvPr/>
        </p:nvCxnSpPr>
        <p:spPr>
          <a:xfrm>
            <a:off x="6650984" y="1397095"/>
            <a:ext cx="0" cy="3537219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6DE283-FFE8-9230-ABB6-A5024DA6446C}"/>
                  </a:ext>
                </a:extLst>
              </p:cNvPr>
              <p:cNvSpPr txBox="1"/>
              <p:nvPr/>
            </p:nvSpPr>
            <p:spPr>
              <a:xfrm>
                <a:off x="7193130" y="2157733"/>
                <a:ext cx="2183137" cy="2015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500" b="1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IN" sz="25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500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IN" sz="2500" b="1" dirty="0"/>
              </a:p>
              <a:p>
                <a:endParaRPr lang="en-IN" sz="25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5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IN" sz="25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5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sz="2500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5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sz="2500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500" b="1" dirty="0"/>
              </a:p>
              <a:p>
                <a:endParaRPr lang="en-IN" sz="25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500" b="1" i="1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IN" sz="2500" i="1">
                          <a:latin typeface="Cambria Math" panose="02040503050406030204" pitchFamily="18" charset="0"/>
                        </a:rPr>
                        <m:t> ={ }</m:t>
                      </m:r>
                    </m:oMath>
                  </m:oMathPara>
                </a14:m>
                <a:endParaRPr lang="en-IN" sz="25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6DE283-FFE8-9230-ABB6-A5024DA64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130" y="2157733"/>
                <a:ext cx="2183137" cy="2015937"/>
              </a:xfrm>
              <a:prstGeom prst="rect">
                <a:avLst/>
              </a:prstGeom>
              <a:blipFill>
                <a:blip r:embed="rId4"/>
                <a:stretch>
                  <a:fillRect l="-838" b="-36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BEC4C9-7CA3-4D65-D853-F37435973AB6}"/>
                  </a:ext>
                </a:extLst>
              </p:cNvPr>
              <p:cNvSpPr txBox="1"/>
              <p:nvPr/>
            </p:nvSpPr>
            <p:spPr>
              <a:xfrm>
                <a:off x="7943216" y="1696123"/>
                <a:ext cx="975173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5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25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5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BEC4C9-7CA3-4D65-D853-F37435973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216" y="1696123"/>
                <a:ext cx="975173" cy="477054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37B2F8-50A0-45F8-4BA2-CFDC007244EB}"/>
                  </a:ext>
                </a:extLst>
              </p:cNvPr>
              <p:cNvSpPr txBox="1"/>
              <p:nvPr/>
            </p:nvSpPr>
            <p:spPr>
              <a:xfrm>
                <a:off x="8566954" y="1696123"/>
                <a:ext cx="86422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5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2500" i="1" baseline="-2500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5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37B2F8-50A0-45F8-4BA2-CFDC00724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954" y="1696123"/>
                <a:ext cx="864221" cy="477054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3089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546</TotalTime>
  <Words>18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PAVAN KUMAR</dc:creator>
  <cp:lastModifiedBy>PAVAN KUMAR S</cp:lastModifiedBy>
  <cp:revision>4</cp:revision>
  <dcterms:created xsi:type="dcterms:W3CDTF">2023-11-30T07:08:37Z</dcterms:created>
  <dcterms:modified xsi:type="dcterms:W3CDTF">2026-02-06T05:41:12Z</dcterms:modified>
</cp:coreProperties>
</file>