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1112500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F7F"/>
    <a:srgbClr val="A2E2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29787-459B-4CDF-BA1A-2964FB8F66D8}" v="3" dt="2026-02-06T03:58:57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063" y="415430"/>
            <a:ext cx="8334375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063" y="1333255"/>
            <a:ext cx="8334375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9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7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7" y="632841"/>
            <a:ext cx="9584531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197" y="1698739"/>
            <a:ext cx="9584531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75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75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71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984" y="675735"/>
            <a:ext cx="4722813" cy="161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5703" y="675735"/>
            <a:ext cx="4722813" cy="1610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57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135147"/>
            <a:ext cx="9584531" cy="4906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32" y="622264"/>
            <a:ext cx="4701108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32" y="927226"/>
            <a:ext cx="4701108" cy="13638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5703" y="622264"/>
            <a:ext cx="4724260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5703" y="927226"/>
            <a:ext cx="4724260" cy="13638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86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4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99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169228"/>
            <a:ext cx="3584070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260" y="365485"/>
            <a:ext cx="5625703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761524"/>
            <a:ext cx="3584070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1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169228"/>
            <a:ext cx="3584070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4260" y="365485"/>
            <a:ext cx="5625703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761524"/>
            <a:ext cx="3584070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97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2383" y="135147"/>
            <a:ext cx="2396133" cy="215118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984" y="135147"/>
            <a:ext cx="7049492" cy="21511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1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985" y="135147"/>
            <a:ext cx="9584531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985" y="675735"/>
            <a:ext cx="9584531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984" y="2352733"/>
            <a:ext cx="250031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C3A3-AA68-4C62-A23F-A45B592AD08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016" y="2352733"/>
            <a:ext cx="375046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203" y="2352733"/>
            <a:ext cx="250031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ADAEE-35F3-43FD-82A0-0E5767546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25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646834" y="479774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28874" y="249473"/>
            <a:ext cx="257247" cy="26649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103609" y="920281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5" idx="5"/>
            <a:endCxn id="27" idx="1"/>
          </p:cNvCxnSpPr>
          <p:nvPr/>
        </p:nvCxnSpPr>
        <p:spPr>
          <a:xfrm>
            <a:off x="875811" y="690709"/>
            <a:ext cx="267084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51F6BB-83EE-37D8-8E6E-CF2343AC04CB}"/>
              </a:ext>
            </a:extLst>
          </p:cNvPr>
          <p:cNvCxnSpPr>
            <a:cxnSpLocks/>
            <a:stCxn id="27" idx="6"/>
            <a:endCxn id="33" idx="2"/>
          </p:cNvCxnSpPr>
          <p:nvPr/>
        </p:nvCxnSpPr>
        <p:spPr>
          <a:xfrm>
            <a:off x="1371873" y="1043843"/>
            <a:ext cx="454699" cy="0"/>
          </a:xfrm>
          <a:prstGeom prst="straightConnector1">
            <a:avLst/>
          </a:prstGeom>
          <a:ln w="28575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826571" y="920281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2295168" y="1351855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33" idx="5"/>
            <a:endCxn id="35" idx="1"/>
          </p:cNvCxnSpPr>
          <p:nvPr/>
        </p:nvCxnSpPr>
        <p:spPr>
          <a:xfrm>
            <a:off x="2055549" y="1131215"/>
            <a:ext cx="278906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35" idx="5"/>
          </p:cNvCxnSpPr>
          <p:nvPr/>
        </p:nvCxnSpPr>
        <p:spPr>
          <a:xfrm>
            <a:off x="2524145" y="1562790"/>
            <a:ext cx="278652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2294660" y="479774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40" idx="3"/>
            <a:endCxn id="33" idx="7"/>
          </p:cNvCxnSpPr>
          <p:nvPr/>
        </p:nvCxnSpPr>
        <p:spPr>
          <a:xfrm flipH="1">
            <a:off x="2055549" y="690709"/>
            <a:ext cx="278397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40" idx="7"/>
          </p:cNvCxnSpPr>
          <p:nvPr/>
        </p:nvCxnSpPr>
        <p:spPr>
          <a:xfrm flipH="1">
            <a:off x="2523637" y="214012"/>
            <a:ext cx="279160" cy="301953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27" idx="3"/>
            <a:endCxn id="48" idx="7"/>
          </p:cNvCxnSpPr>
          <p:nvPr/>
        </p:nvCxnSpPr>
        <p:spPr>
          <a:xfrm flipH="1">
            <a:off x="875811" y="1131215"/>
            <a:ext cx="267084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646834" y="1351855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428874" y="1562790"/>
            <a:ext cx="257247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2782625" y="1061427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113964" y="823593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LPforward</a:t>
            </a:r>
            <a:endParaRPr lang="en-IN" sz="2200" b="1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503522" y="1062503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808854" y="828402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LPreverse</a:t>
            </a:r>
            <a:endParaRPr lang="en-IN" sz="2200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6220953" y="1061425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507631" y="828402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LPminimal</a:t>
            </a:r>
            <a:endParaRPr lang="en-IN" sz="2200" b="1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8446489" y="506658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8228529" y="276356"/>
            <a:ext cx="257247" cy="26649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8903264" y="947164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88" idx="5"/>
            <a:endCxn id="90" idx="1"/>
          </p:cNvCxnSpPr>
          <p:nvPr/>
        </p:nvCxnSpPr>
        <p:spPr>
          <a:xfrm>
            <a:off x="8675466" y="717592"/>
            <a:ext cx="267084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51F6BB-83EE-37D8-8E6E-CF2343AC04CB}"/>
              </a:ext>
            </a:extLst>
          </p:cNvPr>
          <p:cNvCxnSpPr>
            <a:cxnSpLocks/>
            <a:stCxn id="90" idx="6"/>
            <a:endCxn id="93" idx="2"/>
          </p:cNvCxnSpPr>
          <p:nvPr/>
        </p:nvCxnSpPr>
        <p:spPr>
          <a:xfrm>
            <a:off x="9171528" y="1070726"/>
            <a:ext cx="454699" cy="0"/>
          </a:xfrm>
          <a:prstGeom prst="straightConnector1">
            <a:avLst/>
          </a:prstGeom>
          <a:ln w="28575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9626226" y="947164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0094823" y="1378738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93" idx="5"/>
            <a:endCxn id="94" idx="1"/>
          </p:cNvCxnSpPr>
          <p:nvPr/>
        </p:nvCxnSpPr>
        <p:spPr>
          <a:xfrm>
            <a:off x="9855204" y="1158098"/>
            <a:ext cx="278906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94" idx="5"/>
          </p:cNvCxnSpPr>
          <p:nvPr/>
        </p:nvCxnSpPr>
        <p:spPr>
          <a:xfrm>
            <a:off x="10323800" y="1589673"/>
            <a:ext cx="278652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7929591" y="1053992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0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Oval 104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734758" y="467809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516798" y="237508"/>
            <a:ext cx="257247" cy="26649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191533" y="908316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05" idx="5"/>
            <a:endCxn id="107" idx="1"/>
          </p:cNvCxnSpPr>
          <p:nvPr/>
        </p:nvCxnSpPr>
        <p:spPr>
          <a:xfrm>
            <a:off x="963735" y="678744"/>
            <a:ext cx="267084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D51F6BB-83EE-37D8-8E6E-CF2343AC04CB}"/>
              </a:ext>
            </a:extLst>
          </p:cNvPr>
          <p:cNvCxnSpPr>
            <a:cxnSpLocks/>
            <a:stCxn id="107" idx="6"/>
            <a:endCxn id="110" idx="2"/>
          </p:cNvCxnSpPr>
          <p:nvPr/>
        </p:nvCxnSpPr>
        <p:spPr>
          <a:xfrm>
            <a:off x="1459797" y="1031878"/>
            <a:ext cx="45469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914495" y="908316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2383092" y="1339890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10" idx="5"/>
            <a:endCxn id="111" idx="1"/>
          </p:cNvCxnSpPr>
          <p:nvPr/>
        </p:nvCxnSpPr>
        <p:spPr>
          <a:xfrm>
            <a:off x="2143473" y="1119250"/>
            <a:ext cx="278906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11" idx="5"/>
          </p:cNvCxnSpPr>
          <p:nvPr/>
        </p:nvCxnSpPr>
        <p:spPr>
          <a:xfrm>
            <a:off x="2612069" y="1550825"/>
            <a:ext cx="278652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2382584" y="467809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14" idx="3"/>
            <a:endCxn id="110" idx="7"/>
          </p:cNvCxnSpPr>
          <p:nvPr/>
        </p:nvCxnSpPr>
        <p:spPr>
          <a:xfrm flipH="1">
            <a:off x="2143473" y="678744"/>
            <a:ext cx="278397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114" idx="7"/>
          </p:cNvCxnSpPr>
          <p:nvPr/>
        </p:nvCxnSpPr>
        <p:spPr>
          <a:xfrm flipH="1">
            <a:off x="2611561" y="202047"/>
            <a:ext cx="279160" cy="301953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07" idx="3"/>
            <a:endCxn id="118" idx="7"/>
          </p:cNvCxnSpPr>
          <p:nvPr/>
        </p:nvCxnSpPr>
        <p:spPr>
          <a:xfrm flipH="1">
            <a:off x="963735" y="1119250"/>
            <a:ext cx="267084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734758" y="1339890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18" idx="3"/>
          </p:cNvCxnSpPr>
          <p:nvPr/>
        </p:nvCxnSpPr>
        <p:spPr>
          <a:xfrm flipH="1">
            <a:off x="516798" y="1550825"/>
            <a:ext cx="257247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2870549" y="1049462"/>
            <a:ext cx="360485" cy="0"/>
          </a:xfrm>
          <a:prstGeom prst="straightConnector1">
            <a:avLst/>
          </a:prstGeom>
          <a:ln w="19050">
            <a:solidFill>
              <a:srgbClr val="277F7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915026" y="811627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LPforward</a:t>
            </a:r>
            <a:endParaRPr lang="en-IN" sz="2200" b="1" dirty="0"/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4591446" y="1050538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190282" y="811628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LPreverse</a:t>
            </a:r>
            <a:endParaRPr lang="en-IN" sz="2200" b="1" dirty="0"/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6308877" y="1049460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595555" y="816437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 err="1"/>
              <a:t>LPminimal</a:t>
            </a:r>
            <a:endParaRPr lang="en-IN" sz="2200" b="1" dirty="0"/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8017515" y="1042027"/>
            <a:ext cx="360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8996720" y="908316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D51F6BB-83EE-37D8-8E6E-CF2343AC04CB}"/>
              </a:ext>
            </a:extLst>
          </p:cNvPr>
          <p:cNvCxnSpPr>
            <a:cxnSpLocks/>
            <a:stCxn id="140" idx="6"/>
            <a:endCxn id="143" idx="2"/>
          </p:cNvCxnSpPr>
          <p:nvPr/>
        </p:nvCxnSpPr>
        <p:spPr>
          <a:xfrm>
            <a:off x="9264984" y="1031878"/>
            <a:ext cx="45469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9719682" y="908316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0187771" y="467809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47" idx="3"/>
            <a:endCxn id="143" idx="7"/>
          </p:cNvCxnSpPr>
          <p:nvPr/>
        </p:nvCxnSpPr>
        <p:spPr>
          <a:xfrm flipH="1">
            <a:off x="9948660" y="678744"/>
            <a:ext cx="278397" cy="265762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endCxn id="147" idx="7"/>
          </p:cNvCxnSpPr>
          <p:nvPr/>
        </p:nvCxnSpPr>
        <p:spPr>
          <a:xfrm flipH="1">
            <a:off x="10416748" y="202047"/>
            <a:ext cx="279160" cy="301953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40" idx="3"/>
            <a:endCxn id="151" idx="7"/>
          </p:cNvCxnSpPr>
          <p:nvPr/>
        </p:nvCxnSpPr>
        <p:spPr>
          <a:xfrm flipH="1">
            <a:off x="8768922" y="1119250"/>
            <a:ext cx="267084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8539945" y="1339890"/>
            <a:ext cx="268264" cy="247125"/>
          </a:xfrm>
          <a:prstGeom prst="ellipse">
            <a:avLst/>
          </a:prstGeom>
          <a:solidFill>
            <a:srgbClr val="A2E2DC"/>
          </a:solidFill>
          <a:ln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151" idx="3"/>
          </p:cNvCxnSpPr>
          <p:nvPr/>
        </p:nvCxnSpPr>
        <p:spPr>
          <a:xfrm flipH="1">
            <a:off x="8321985" y="1550825"/>
            <a:ext cx="257247" cy="256830"/>
          </a:xfrm>
          <a:prstGeom prst="straightConnector1">
            <a:avLst/>
          </a:prstGeom>
          <a:ln w="28575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003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26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PAVAN KUMAR S</cp:lastModifiedBy>
  <cp:revision>4</cp:revision>
  <dcterms:created xsi:type="dcterms:W3CDTF">2023-12-15T06:54:33Z</dcterms:created>
  <dcterms:modified xsi:type="dcterms:W3CDTF">2026-02-06T04:01:04Z</dcterms:modified>
</cp:coreProperties>
</file>