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E2DC"/>
    <a:srgbClr val="27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8711-0D19-9CD0-4928-EB802A5E6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9A954-16C8-8571-C530-2EE4B56BE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E54CB-B3B7-E1ED-E173-9DC0C053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9D75-3E17-5B2C-95CE-AA5FA5800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744E3-3144-FF71-6A4E-7EB38FFD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6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CB5C-164B-ED16-745F-08D5E4E4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6A6D-7607-D869-F194-3F4EA4C9B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BA4D4-F1AB-5D9B-C8B4-205D22DF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AF062-6023-C866-4DE4-E540CDA3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071DA-E159-E2E8-AC1D-20DC638D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29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DD56-B4D9-01AF-3E48-C0EE7594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D29E3-D6CC-A173-575B-9051FB78C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8A38F-A687-77BC-A697-37ECC956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27AE-C593-6D34-4529-D2C17489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385D-A2D8-F230-B91B-EF7CDFA6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0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CBA8-9463-A6C4-511F-FEC33875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C1F2-9FCC-2E35-A581-6BE44B51C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0E65A-F548-1C27-C4F0-3CFA6BCB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2F44B-E0DE-939C-A70E-22C4646C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4F801-1D32-5CB3-952C-21420FC5E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B8BD3-0BBD-7F5A-5986-789B6C14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11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D059-007E-C374-9446-0F006A53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D239A-29B9-3ED2-D55A-8C352098D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0AF7E-82F7-823B-8BF9-0246E2EB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BED50A-A5A9-DED6-D8B4-8BAA04D6F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02EAB-6604-A8A7-022A-0A7EF1B35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D08D9-C2B7-4EB4-B0A6-F5FA3074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FCC7E-02D7-B655-CC67-65019115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FF387-CD18-316F-9B63-C4A3C221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D35F-7800-8C9F-51AA-4C4FF973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D19FC-EB94-D2D8-C5DC-BB1BC4D0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25207-1D6B-E05B-56DC-1CD588A5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885D8-073D-9C67-DBC6-D0E71C76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5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5912C-7F79-9113-B135-7B23FA26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0CFE6-AA67-D2B9-0E6D-B618D9D38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9272-F4F7-AF86-52F6-D55B5ABA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79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363D-480A-47EE-91C6-56220468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F0E02-6182-49BA-DFE8-4279D431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32B3B-CB1D-640D-68A5-9AF20D469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D782E-C1C9-B5F5-C8B2-FFEAD719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B4A4D-EE9C-0C49-4F82-51EFC3EE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C6D49-1940-98C8-8587-967A500D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33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4FE0-787B-74E5-B293-EEDAE592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84BB7-0A29-641B-7607-1803AAC3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23A5E-292D-114E-29E7-D3236C322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AE457-2802-2E29-A993-79073DE8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F9D39-6F6F-1484-7D52-32EC5E60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783A-5557-2410-6248-A8E27C51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5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A7D6-C79D-BB3F-D4B6-2D2570B8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641AA-93E3-5C5D-0156-AC0573414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3DDFB-5B5E-3FA5-50CD-AD92BFD7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3B6F-AB78-8B7C-C938-C43DA7A6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1758-F43E-D5E4-0D29-0EDC6A58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00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1FC1CA-C649-328E-C7E3-414E3C4AC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4EBA3-F75D-3CBE-C5D4-1826A8D7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CCFF-9F58-FB56-B398-CDAE102D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553A-F6FF-6E2E-7B0B-33C8B7E0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4C67E-1EE2-8613-1392-1DE4BC81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3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A9D2C-9CB3-78C8-D906-AC1EDEAA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58519-3E06-5C62-B407-FA0AA4BE6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4F0D2-F26D-172F-3FAD-021C115A4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6D915-9953-49BA-99A0-029DC86E023E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4EEAC-33ED-3C68-9D50-016EDA8FE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DAD52-85CE-9093-242B-6CBD0380E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F7342-D378-4F6A-9154-A81CF0B65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6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ECEEC009-F55C-F7FB-69DF-ED42A7B5DD9C}"/>
              </a:ext>
            </a:extLst>
          </p:cNvPr>
          <p:cNvGrpSpPr/>
          <p:nvPr/>
        </p:nvGrpSpPr>
        <p:grpSpPr>
          <a:xfrm>
            <a:off x="898525" y="1016341"/>
            <a:ext cx="4051837" cy="1275835"/>
            <a:chOff x="898525" y="1016341"/>
            <a:chExt cx="4051837" cy="127583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80CBFB6-0CE7-ED67-26CD-4F5AAA129532}"/>
                </a:ext>
              </a:extLst>
            </p:cNvPr>
            <p:cNvSpPr/>
            <p:nvPr/>
          </p:nvSpPr>
          <p:spPr>
            <a:xfrm>
              <a:off x="1342159" y="1584677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8B25735-9A5B-6731-3B19-511A4A66AD27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898525" y="1708239"/>
              <a:ext cx="443634" cy="0"/>
            </a:xfrm>
            <a:prstGeom prst="straightConnector1">
              <a:avLst/>
            </a:prstGeom>
            <a:ln w="28575">
              <a:solidFill>
                <a:srgbClr val="277F7F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DFC91E2-2FB4-6698-1D57-ED4FAE9552DA}"/>
                </a:ext>
              </a:extLst>
            </p:cNvPr>
            <p:cNvSpPr/>
            <p:nvPr/>
          </p:nvSpPr>
          <p:spPr>
            <a:xfrm>
              <a:off x="2329584" y="1054585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D15F171-7AA4-07BB-E678-E91FAF3A74ED}"/>
                </a:ext>
              </a:extLst>
            </p:cNvPr>
            <p:cNvSpPr/>
            <p:nvPr/>
          </p:nvSpPr>
          <p:spPr>
            <a:xfrm>
              <a:off x="2329584" y="2045052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8ACBB38-37DF-8888-9FE3-C722CC3A7710}"/>
                </a:ext>
              </a:extLst>
            </p:cNvPr>
            <p:cNvCxnSpPr>
              <a:cxnSpLocks/>
              <a:stCxn id="4" idx="6"/>
            </p:cNvCxnSpPr>
            <p:nvPr/>
          </p:nvCxnSpPr>
          <p:spPr>
            <a:xfrm>
              <a:off x="1610424" y="1708239"/>
              <a:ext cx="243776" cy="0"/>
            </a:xfrm>
            <a:prstGeom prst="line">
              <a:avLst/>
            </a:prstGeom>
            <a:ln w="28575">
              <a:solidFill>
                <a:srgbClr val="27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3F5AC88-A8C4-2BB7-0300-4FA2BEB254F3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1854200" y="1178147"/>
              <a:ext cx="475384" cy="530091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FCA9FF2-93FB-E3BB-5D07-2708CA8412F0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1854200" y="1708239"/>
              <a:ext cx="475384" cy="460375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8DC1269-695A-77DB-1AD5-6980811D05C2}"/>
                </a:ext>
              </a:extLst>
            </p:cNvPr>
            <p:cNvSpPr/>
            <p:nvPr/>
          </p:nvSpPr>
          <p:spPr>
            <a:xfrm>
              <a:off x="3345584" y="1054585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0DDB27D-AB32-BD8C-CB40-20B6CD414E1D}"/>
                </a:ext>
              </a:extLst>
            </p:cNvPr>
            <p:cNvSpPr/>
            <p:nvPr/>
          </p:nvSpPr>
          <p:spPr>
            <a:xfrm>
              <a:off x="3345584" y="2045052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AC2CF4F-4DA8-3666-4CF2-045520FDCBAA}"/>
                </a:ext>
              </a:extLst>
            </p:cNvPr>
            <p:cNvCxnSpPr>
              <a:cxnSpLocks/>
              <a:stCxn id="37" idx="6"/>
              <a:endCxn id="51" idx="2"/>
            </p:cNvCxnSpPr>
            <p:nvPr/>
          </p:nvCxnSpPr>
          <p:spPr>
            <a:xfrm>
              <a:off x="2597849" y="1178147"/>
              <a:ext cx="747735" cy="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33C7DDB-015C-A708-A98C-445253AA3C9C}"/>
                </a:ext>
              </a:extLst>
            </p:cNvPr>
            <p:cNvCxnSpPr>
              <a:cxnSpLocks/>
              <a:stCxn id="38" idx="6"/>
              <a:endCxn id="52" idx="2"/>
            </p:cNvCxnSpPr>
            <p:nvPr/>
          </p:nvCxnSpPr>
          <p:spPr>
            <a:xfrm>
              <a:off x="2597849" y="2168614"/>
              <a:ext cx="747735" cy="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EBF89E6-A32E-2C8D-ED53-BCD36B12A309}"/>
                </a:ext>
              </a:extLst>
            </p:cNvPr>
            <p:cNvCxnSpPr>
              <a:cxnSpLocks/>
              <a:stCxn id="37" idx="5"/>
            </p:cNvCxnSpPr>
            <p:nvPr/>
          </p:nvCxnSpPr>
          <p:spPr>
            <a:xfrm>
              <a:off x="2558563" y="1265519"/>
              <a:ext cx="514670" cy="903095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9F161D3-2834-0E92-F284-81BF95B40D88}"/>
                </a:ext>
              </a:extLst>
            </p:cNvPr>
            <p:cNvCxnSpPr>
              <a:cxnSpLocks/>
              <a:stCxn id="51" idx="6"/>
            </p:cNvCxnSpPr>
            <p:nvPr/>
          </p:nvCxnSpPr>
          <p:spPr>
            <a:xfrm>
              <a:off x="3613849" y="1178147"/>
              <a:ext cx="407523" cy="483966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FE37F87-3350-AF3A-3241-0BE3EAF3F0CA}"/>
                </a:ext>
              </a:extLst>
            </p:cNvPr>
            <p:cNvCxnSpPr>
              <a:cxnSpLocks/>
              <a:stCxn id="52" idx="6"/>
            </p:cNvCxnSpPr>
            <p:nvPr/>
          </p:nvCxnSpPr>
          <p:spPr>
            <a:xfrm flipV="1">
              <a:off x="3613849" y="1645444"/>
              <a:ext cx="407523" cy="52317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6439332-9461-5AA0-C2CC-5E81E54CD991}"/>
                </a:ext>
              </a:extLst>
            </p:cNvPr>
            <p:cNvCxnSpPr>
              <a:cxnSpLocks/>
            </p:cNvCxnSpPr>
            <p:nvPr/>
          </p:nvCxnSpPr>
          <p:spPr>
            <a:xfrm>
              <a:off x="4004703" y="1653257"/>
              <a:ext cx="338697" cy="1236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AEBA933-216C-8AF4-A830-CC0D7BB77F3E}"/>
                </a:ext>
              </a:extLst>
            </p:cNvPr>
            <p:cNvSpPr/>
            <p:nvPr/>
          </p:nvSpPr>
          <p:spPr>
            <a:xfrm>
              <a:off x="4343400" y="1521882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16C596AB-C798-878B-304C-BD01E9BE82C6}"/>
                </a:ext>
              </a:extLst>
            </p:cNvPr>
            <p:cNvCxnSpPr>
              <a:cxnSpLocks/>
            </p:cNvCxnSpPr>
            <p:nvPr/>
          </p:nvCxnSpPr>
          <p:spPr>
            <a:xfrm>
              <a:off x="4611665" y="1645444"/>
              <a:ext cx="338697" cy="1236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6D29FC1-9F65-E777-3FCA-435F18876FDD}"/>
                </a:ext>
              </a:extLst>
            </p:cNvPr>
            <p:cNvSpPr txBox="1"/>
            <p:nvPr/>
          </p:nvSpPr>
          <p:spPr>
            <a:xfrm>
              <a:off x="1987377" y="101634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n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545BC44-7B83-9CD3-BFE4-D259AB51B143}"/>
              </a:ext>
            </a:extLst>
          </p:cNvPr>
          <p:cNvGrpSpPr/>
          <p:nvPr/>
        </p:nvGrpSpPr>
        <p:grpSpPr>
          <a:xfrm>
            <a:off x="1854200" y="3025188"/>
            <a:ext cx="2375879" cy="1540637"/>
            <a:chOff x="1798172" y="3159080"/>
            <a:chExt cx="2375879" cy="1540637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87544F4-B9A3-72C3-4F54-2515CBF56DD2}"/>
                </a:ext>
              </a:extLst>
            </p:cNvPr>
            <p:cNvSpPr/>
            <p:nvPr/>
          </p:nvSpPr>
          <p:spPr>
            <a:xfrm>
              <a:off x="2463716" y="3159080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0857DA9-3179-5385-1B54-DE96246DBCD0}"/>
                </a:ext>
              </a:extLst>
            </p:cNvPr>
            <p:cNvCxnSpPr>
              <a:cxnSpLocks/>
              <a:stCxn id="83" idx="4"/>
              <a:endCxn id="96" idx="1"/>
            </p:cNvCxnSpPr>
            <p:nvPr/>
          </p:nvCxnSpPr>
          <p:spPr>
            <a:xfrm>
              <a:off x="2329437" y="4108173"/>
              <a:ext cx="230463" cy="380610"/>
            </a:xfrm>
            <a:prstGeom prst="straightConnector1">
              <a:avLst/>
            </a:prstGeom>
            <a:ln w="28575">
              <a:solidFill>
                <a:srgbClr val="277F7F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663DF65-1380-1C50-0F18-D38DC7DAA016}"/>
                </a:ext>
              </a:extLst>
            </p:cNvPr>
            <p:cNvSpPr/>
            <p:nvPr/>
          </p:nvSpPr>
          <p:spPr>
            <a:xfrm>
              <a:off x="2195304" y="3861049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A1C69A0-E688-AC4C-F5A1-3A9B5292C409}"/>
                </a:ext>
              </a:extLst>
            </p:cNvPr>
            <p:cNvSpPr/>
            <p:nvPr/>
          </p:nvSpPr>
          <p:spPr>
            <a:xfrm>
              <a:off x="3241931" y="4452593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10D8FA1-FFB4-3E8B-17F4-98CCDACBEE7E}"/>
                </a:ext>
              </a:extLst>
            </p:cNvPr>
            <p:cNvCxnSpPr>
              <a:cxnSpLocks/>
              <a:endCxn id="83" idx="2"/>
            </p:cNvCxnSpPr>
            <p:nvPr/>
          </p:nvCxnSpPr>
          <p:spPr>
            <a:xfrm>
              <a:off x="1798172" y="3984610"/>
              <a:ext cx="397132" cy="1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6AD2D27-1207-FA23-67EA-7E550AAEC678}"/>
                </a:ext>
              </a:extLst>
            </p:cNvPr>
            <p:cNvCxnSpPr>
              <a:cxnSpLocks/>
              <a:stCxn id="96" idx="6"/>
              <a:endCxn id="84" idx="2"/>
            </p:cNvCxnSpPr>
            <p:nvPr/>
          </p:nvCxnSpPr>
          <p:spPr>
            <a:xfrm>
              <a:off x="2788879" y="4576155"/>
              <a:ext cx="453052" cy="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506AFF5-23CD-BF13-B1BC-EFE334142EDD}"/>
                </a:ext>
              </a:extLst>
            </p:cNvPr>
            <p:cNvSpPr/>
            <p:nvPr/>
          </p:nvSpPr>
          <p:spPr>
            <a:xfrm>
              <a:off x="2886379" y="3861049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FA9F0D6-6C18-4596-0740-9422894D0FA0}"/>
                </a:ext>
              </a:extLst>
            </p:cNvPr>
            <p:cNvSpPr/>
            <p:nvPr/>
          </p:nvSpPr>
          <p:spPr>
            <a:xfrm>
              <a:off x="3579623" y="3861049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DAF1BB12-5034-F379-3959-A4B9C98CE42A}"/>
                </a:ext>
              </a:extLst>
            </p:cNvPr>
            <p:cNvCxnSpPr>
              <a:cxnSpLocks/>
              <a:stCxn id="83" idx="6"/>
              <a:endCxn id="88" idx="2"/>
            </p:cNvCxnSpPr>
            <p:nvPr/>
          </p:nvCxnSpPr>
          <p:spPr>
            <a:xfrm>
              <a:off x="2463569" y="3984611"/>
              <a:ext cx="422810" cy="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C1C4A21B-E331-FFAA-50F4-FFB014B48C93}"/>
                </a:ext>
              </a:extLst>
            </p:cNvPr>
            <p:cNvCxnSpPr>
              <a:cxnSpLocks/>
              <a:stCxn id="88" idx="6"/>
              <a:endCxn id="89" idx="2"/>
            </p:cNvCxnSpPr>
            <p:nvPr/>
          </p:nvCxnSpPr>
          <p:spPr>
            <a:xfrm>
              <a:off x="3154644" y="3984611"/>
              <a:ext cx="424979" cy="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CC53B0B-E5BA-15C2-5AE3-D1197BBCCD36}"/>
                </a:ext>
              </a:extLst>
            </p:cNvPr>
            <p:cNvCxnSpPr>
              <a:cxnSpLocks/>
              <a:stCxn id="84" idx="7"/>
              <a:endCxn id="89" idx="4"/>
            </p:cNvCxnSpPr>
            <p:nvPr/>
          </p:nvCxnSpPr>
          <p:spPr>
            <a:xfrm flipV="1">
              <a:off x="3470910" y="4108173"/>
              <a:ext cx="242846" cy="380610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028A8B4-105C-ABD7-2F54-6EE7B0CE5632}"/>
                </a:ext>
              </a:extLst>
            </p:cNvPr>
            <p:cNvSpPr/>
            <p:nvPr/>
          </p:nvSpPr>
          <p:spPr>
            <a:xfrm>
              <a:off x="2520614" y="4452593"/>
              <a:ext cx="268265" cy="247124"/>
            </a:xfrm>
            <a:prstGeom prst="ellipse">
              <a:avLst/>
            </a:prstGeom>
            <a:solidFill>
              <a:srgbClr val="A2E2DC"/>
            </a:solidFill>
            <a:ln>
              <a:solidFill>
                <a:srgbClr val="277F7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6D5DD62-A22C-ACAE-B87F-888DA8A83901}"/>
                </a:ext>
              </a:extLst>
            </p:cNvPr>
            <p:cNvCxnSpPr>
              <a:cxnSpLocks/>
              <a:stCxn id="89" idx="6"/>
            </p:cNvCxnSpPr>
            <p:nvPr/>
          </p:nvCxnSpPr>
          <p:spPr>
            <a:xfrm>
              <a:off x="3847888" y="3984611"/>
              <a:ext cx="326163" cy="3159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2B23EB1-B44D-E683-E383-822A2A3423EE}"/>
                </a:ext>
              </a:extLst>
            </p:cNvPr>
            <p:cNvCxnSpPr>
              <a:cxnSpLocks/>
              <a:stCxn id="81" idx="5"/>
              <a:endCxn id="88" idx="0"/>
            </p:cNvCxnSpPr>
            <p:nvPr/>
          </p:nvCxnSpPr>
          <p:spPr>
            <a:xfrm>
              <a:off x="2692695" y="3370014"/>
              <a:ext cx="327817" cy="491035"/>
            </a:xfrm>
            <a:prstGeom prst="straightConnector1">
              <a:avLst/>
            </a:prstGeom>
            <a:ln w="28575">
              <a:solidFill>
                <a:srgbClr val="27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4EBBADBC-35C5-775B-2FFF-D7F8710261EA}"/>
              </a:ext>
            </a:extLst>
          </p:cNvPr>
          <p:cNvSpPr/>
          <p:nvPr/>
        </p:nvSpPr>
        <p:spPr>
          <a:xfrm>
            <a:off x="5338203" y="1569948"/>
            <a:ext cx="533400" cy="184329"/>
          </a:xfrm>
          <a:prstGeom prst="rightArrow">
            <a:avLst/>
          </a:prstGeom>
          <a:solidFill>
            <a:srgbClr val="27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D51F58FD-28E1-49A2-E791-503EE4DD15C1}"/>
              </a:ext>
            </a:extLst>
          </p:cNvPr>
          <p:cNvSpPr/>
          <p:nvPr/>
        </p:nvSpPr>
        <p:spPr>
          <a:xfrm>
            <a:off x="5338203" y="3727157"/>
            <a:ext cx="533400" cy="184329"/>
          </a:xfrm>
          <a:prstGeom prst="rightArrow">
            <a:avLst/>
          </a:prstGeom>
          <a:solidFill>
            <a:srgbClr val="27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35" name="Table 134">
            <a:extLst>
              <a:ext uri="{FF2B5EF4-FFF2-40B4-BE49-F238E27FC236}">
                <a16:creationId xmlns:a16="http://schemas.microsoft.com/office/drawing/2014/main" id="{8433E955-54AA-BF90-0466-CBE96EEA0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574641"/>
              </p:ext>
            </p:extLst>
          </p:nvPr>
        </p:nvGraphicFramePr>
        <p:xfrm>
          <a:off x="6496050" y="966558"/>
          <a:ext cx="47974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125">
                  <a:extLst>
                    <a:ext uri="{9D8B030D-6E8A-4147-A177-3AD203B41FA5}">
                      <a16:colId xmlns:a16="http://schemas.microsoft.com/office/drawing/2014/main" val="3787599669"/>
                    </a:ext>
                  </a:extLst>
                </a:gridCol>
                <a:gridCol w="2026026">
                  <a:extLst>
                    <a:ext uri="{9D8B030D-6E8A-4147-A177-3AD203B41FA5}">
                      <a16:colId xmlns:a16="http://schemas.microsoft.com/office/drawing/2014/main" val="1307333896"/>
                    </a:ext>
                  </a:extLst>
                </a:gridCol>
                <a:gridCol w="2152274">
                  <a:extLst>
                    <a:ext uri="{9D8B030D-6E8A-4147-A177-3AD203B41FA5}">
                      <a16:colId xmlns:a16="http://schemas.microsoft.com/office/drawing/2014/main" val="2941567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27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Stoichiometry</a:t>
                      </a:r>
                    </a:p>
                  </a:txBody>
                  <a:tcPr>
                    <a:solidFill>
                      <a:srgbClr val="27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Topology</a:t>
                      </a:r>
                    </a:p>
                  </a:txBody>
                  <a:tcPr>
                    <a:solidFill>
                      <a:srgbClr val="27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6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700" dirty="0"/>
                        <a:t>n=1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700" dirty="0"/>
                        <a:t>n=2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4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700" dirty="0"/>
                        <a:t>n=3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052313"/>
                  </a:ext>
                </a:extLst>
              </a:tr>
            </a:tbl>
          </a:graphicData>
        </a:graphic>
      </p:graphicFrame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584FE4AC-6B7A-AB7C-64DC-D482E0998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168394"/>
              </p:ext>
            </p:extLst>
          </p:nvPr>
        </p:nvGraphicFramePr>
        <p:xfrm>
          <a:off x="6805612" y="3422906"/>
          <a:ext cx="4178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026">
                  <a:extLst>
                    <a:ext uri="{9D8B030D-6E8A-4147-A177-3AD203B41FA5}">
                      <a16:colId xmlns:a16="http://schemas.microsoft.com/office/drawing/2014/main" val="1307333896"/>
                    </a:ext>
                  </a:extLst>
                </a:gridCol>
                <a:gridCol w="2152274">
                  <a:extLst>
                    <a:ext uri="{9D8B030D-6E8A-4147-A177-3AD203B41FA5}">
                      <a16:colId xmlns:a16="http://schemas.microsoft.com/office/drawing/2014/main" val="2941567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Stoichiometry</a:t>
                      </a:r>
                    </a:p>
                  </a:txBody>
                  <a:tcPr>
                    <a:solidFill>
                      <a:srgbClr val="27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Topology</a:t>
                      </a:r>
                    </a:p>
                  </a:txBody>
                  <a:tcPr>
                    <a:solidFill>
                      <a:srgbClr val="27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6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Inconsistent</a:t>
                      </a:r>
                    </a:p>
                  </a:txBody>
                  <a:tcPr>
                    <a:solidFill>
                      <a:srgbClr val="A2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0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9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KUMAR S</dc:creator>
  <cp:lastModifiedBy>PAVAN KUMAR S</cp:lastModifiedBy>
  <cp:revision>1</cp:revision>
  <dcterms:created xsi:type="dcterms:W3CDTF">2026-02-06T05:47:56Z</dcterms:created>
  <dcterms:modified xsi:type="dcterms:W3CDTF">2026-02-06T06:04:27Z</dcterms:modified>
</cp:coreProperties>
</file>